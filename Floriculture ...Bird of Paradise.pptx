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57" r:id="rId3"/>
    <p:sldId id="269" r:id="rId4"/>
    <p:sldId id="260" r:id="rId5"/>
    <p:sldId id="258" r:id="rId6"/>
    <p:sldId id="261" r:id="rId7"/>
    <p:sldId id="259" r:id="rId8"/>
    <p:sldId id="271" r:id="rId9"/>
    <p:sldId id="272" r:id="rId10"/>
    <p:sldId id="273" r:id="rId11"/>
    <p:sldId id="264" r:id="rId12"/>
    <p:sldId id="274" r:id="rId13"/>
    <p:sldId id="270" r:id="rId14"/>
    <p:sldId id="26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C808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1F663D-F0DA-4A3B-A9CE-E7F1F02F3AAB}" v="596" dt="2025-08-06T04:02:56.0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8235" autoAdjust="0"/>
  </p:normalViewPr>
  <p:slideViewPr>
    <p:cSldViewPr snapToGrid="0">
      <p:cViewPr varScale="1">
        <p:scale>
          <a:sx n="73" d="100"/>
          <a:sy n="73" d="100"/>
        </p:scale>
        <p:origin x="107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ita Choudhary" userId="00c11c2d8554823a" providerId="LiveId" clId="{891F663D-F0DA-4A3B-A9CE-E7F1F02F3AAB}"/>
    <pc:docChg chg="custSel addSld delSld modSld sldOrd">
      <pc:chgData name="Anita Choudhary" userId="00c11c2d8554823a" providerId="LiveId" clId="{891F663D-F0DA-4A3B-A9CE-E7F1F02F3AAB}" dt="2025-08-06T04:07:12.994" v="1641" actId="255"/>
      <pc:docMkLst>
        <pc:docMk/>
      </pc:docMkLst>
      <pc:sldChg chg="addSp delSp modSp mod">
        <pc:chgData name="Anita Choudhary" userId="00c11c2d8554823a" providerId="LiveId" clId="{891F663D-F0DA-4A3B-A9CE-E7F1F02F3AAB}" dt="2025-08-05T21:30:33.899" v="1626" actId="20577"/>
        <pc:sldMkLst>
          <pc:docMk/>
          <pc:sldMk cId="2129563767" sldId="257"/>
        </pc:sldMkLst>
        <pc:spChg chg="mod">
          <ac:chgData name="Anita Choudhary" userId="00c11c2d8554823a" providerId="LiveId" clId="{891F663D-F0DA-4A3B-A9CE-E7F1F02F3AAB}" dt="2025-08-05T21:30:33.899" v="1626" actId="20577"/>
          <ac:spMkLst>
            <pc:docMk/>
            <pc:sldMk cId="2129563767" sldId="257"/>
            <ac:spMk id="2" creationId="{87983703-1A55-59F2-B5C8-EA44FC22C314}"/>
          </ac:spMkLst>
        </pc:spChg>
        <pc:spChg chg="add">
          <ac:chgData name="Anita Choudhary" userId="00c11c2d8554823a" providerId="LiveId" clId="{891F663D-F0DA-4A3B-A9CE-E7F1F02F3AAB}" dt="2025-08-05T13:40:59.893" v="233"/>
          <ac:spMkLst>
            <pc:docMk/>
            <pc:sldMk cId="2129563767" sldId="257"/>
            <ac:spMk id="3" creationId="{C051242E-78A5-A9FB-FDF5-5E71A5505DC2}"/>
          </ac:spMkLst>
        </pc:spChg>
        <pc:spChg chg="add del mod">
          <ac:chgData name="Anita Choudhary" userId="00c11c2d8554823a" providerId="LiveId" clId="{891F663D-F0DA-4A3B-A9CE-E7F1F02F3AAB}" dt="2025-08-05T13:41:19.981" v="235" actId="478"/>
          <ac:spMkLst>
            <pc:docMk/>
            <pc:sldMk cId="2129563767" sldId="257"/>
            <ac:spMk id="4" creationId="{02EF1DCE-B9CC-8F19-0626-C82DBDA69D47}"/>
          </ac:spMkLst>
        </pc:spChg>
        <pc:spChg chg="add del mod">
          <ac:chgData name="Anita Choudhary" userId="00c11c2d8554823a" providerId="LiveId" clId="{891F663D-F0DA-4A3B-A9CE-E7F1F02F3AAB}" dt="2025-08-05T13:41:25.945" v="237" actId="478"/>
          <ac:spMkLst>
            <pc:docMk/>
            <pc:sldMk cId="2129563767" sldId="257"/>
            <ac:spMk id="5" creationId="{99B6206B-2809-A423-1453-B427B63EE598}"/>
          </ac:spMkLst>
        </pc:spChg>
        <pc:spChg chg="add mod">
          <ac:chgData name="Anita Choudhary" userId="00c11c2d8554823a" providerId="LiveId" clId="{891F663D-F0DA-4A3B-A9CE-E7F1F02F3AAB}" dt="2025-08-05T13:41:47.623" v="242" actId="14100"/>
          <ac:spMkLst>
            <pc:docMk/>
            <pc:sldMk cId="2129563767" sldId="257"/>
            <ac:spMk id="6" creationId="{C784191C-271C-106A-8AB7-7F8C312CD610}"/>
          </ac:spMkLst>
        </pc:spChg>
        <pc:spChg chg="add del mod">
          <ac:chgData name="Anita Choudhary" userId="00c11c2d8554823a" providerId="LiveId" clId="{891F663D-F0DA-4A3B-A9CE-E7F1F02F3AAB}" dt="2025-08-05T13:41:52.518" v="244" actId="478"/>
          <ac:spMkLst>
            <pc:docMk/>
            <pc:sldMk cId="2129563767" sldId="257"/>
            <ac:spMk id="7" creationId="{1EEE25CD-3C75-A263-A023-D165D45C4DD7}"/>
          </ac:spMkLst>
        </pc:spChg>
        <pc:spChg chg="add del mod">
          <ac:chgData name="Anita Choudhary" userId="00c11c2d8554823a" providerId="LiveId" clId="{891F663D-F0DA-4A3B-A9CE-E7F1F02F3AAB}" dt="2025-08-05T13:42:13.378" v="246" actId="478"/>
          <ac:spMkLst>
            <pc:docMk/>
            <pc:sldMk cId="2129563767" sldId="257"/>
            <ac:spMk id="8" creationId="{60B92341-5CCE-C6FA-8797-2CC86C6D2C8F}"/>
          </ac:spMkLst>
        </pc:spChg>
        <pc:picChg chg="add del mod">
          <ac:chgData name="Anita Choudhary" userId="00c11c2d8554823a" providerId="LiveId" clId="{891F663D-F0DA-4A3B-A9CE-E7F1F02F3AAB}" dt="2025-08-05T13:50:14.902" v="257" actId="478"/>
          <ac:picMkLst>
            <pc:docMk/>
            <pc:sldMk cId="2129563767" sldId="257"/>
            <ac:picMk id="2062" creationId="{C3A46659-02EB-4E96-409D-7E71E40C7F36}"/>
          </ac:picMkLst>
        </pc:picChg>
        <pc:picChg chg="add mod">
          <ac:chgData name="Anita Choudhary" userId="00c11c2d8554823a" providerId="LiveId" clId="{891F663D-F0DA-4A3B-A9CE-E7F1F02F3AAB}" dt="2025-08-05T14:01:55.028" v="272" actId="14100"/>
          <ac:picMkLst>
            <pc:docMk/>
            <pc:sldMk cId="2129563767" sldId="257"/>
            <ac:picMk id="2064" creationId="{755DAC89-37BC-8D13-A2A7-C8338CE6093D}"/>
          </ac:picMkLst>
        </pc:picChg>
      </pc:sldChg>
      <pc:sldChg chg="addSp delSp modSp mod modTransition">
        <pc:chgData name="Anita Choudhary" userId="00c11c2d8554823a" providerId="LiveId" clId="{891F663D-F0DA-4A3B-A9CE-E7F1F02F3AAB}" dt="2025-08-05T21:06:41.803" v="1540"/>
        <pc:sldMkLst>
          <pc:docMk/>
          <pc:sldMk cId="1398936106" sldId="258"/>
        </pc:sldMkLst>
        <pc:spChg chg="mod">
          <ac:chgData name="Anita Choudhary" userId="00c11c2d8554823a" providerId="LiveId" clId="{891F663D-F0DA-4A3B-A9CE-E7F1F02F3AAB}" dt="2025-08-05T20:35:35.527" v="1476" actId="20577"/>
          <ac:spMkLst>
            <pc:docMk/>
            <pc:sldMk cId="1398936106" sldId="258"/>
            <ac:spMk id="2" creationId="{25951159-11AC-934D-0533-B4F25946B2FD}"/>
          </ac:spMkLst>
        </pc:spChg>
        <pc:graphicFrameChg chg="add del mod">
          <ac:chgData name="Anita Choudhary" userId="00c11c2d8554823a" providerId="LiveId" clId="{891F663D-F0DA-4A3B-A9CE-E7F1F02F3AAB}" dt="2025-08-05T20:33:05.206" v="1447" actId="478"/>
          <ac:graphicFrameMkLst>
            <pc:docMk/>
            <pc:sldMk cId="1398936106" sldId="258"/>
            <ac:graphicFrameMk id="4" creationId="{7DE98128-CE63-4C60-B461-A12006E38846}"/>
          </ac:graphicFrameMkLst>
        </pc:graphicFrameChg>
        <pc:picChg chg="add mod">
          <ac:chgData name="Anita Choudhary" userId="00c11c2d8554823a" providerId="LiveId" clId="{891F663D-F0DA-4A3B-A9CE-E7F1F02F3AAB}" dt="2025-08-05T18:51:43.387" v="819" actId="14100"/>
          <ac:picMkLst>
            <pc:docMk/>
            <pc:sldMk cId="1398936106" sldId="258"/>
            <ac:picMk id="3" creationId="{8DC0B570-B100-DDEA-0BD3-8E32F3ECFDB7}"/>
          </ac:picMkLst>
        </pc:picChg>
        <pc:picChg chg="add mod">
          <ac:chgData name="Anita Choudhary" userId="00c11c2d8554823a" providerId="LiveId" clId="{891F663D-F0DA-4A3B-A9CE-E7F1F02F3AAB}" dt="2025-08-05T18:51:30.151" v="815" actId="1076"/>
          <ac:picMkLst>
            <pc:docMk/>
            <pc:sldMk cId="1398936106" sldId="258"/>
            <ac:picMk id="7170" creationId="{BD82B1CC-99DB-55B1-86BA-7DFA59185971}"/>
          </ac:picMkLst>
        </pc:picChg>
      </pc:sldChg>
      <pc:sldChg chg="addSp delSp modSp mod modTransition">
        <pc:chgData name="Anita Choudhary" userId="00c11c2d8554823a" providerId="LiveId" clId="{891F663D-F0DA-4A3B-A9CE-E7F1F02F3AAB}" dt="2025-08-05T21:07:16.526" v="1542"/>
        <pc:sldMkLst>
          <pc:docMk/>
          <pc:sldMk cId="4146582631" sldId="259"/>
        </pc:sldMkLst>
        <pc:spChg chg="del mod">
          <ac:chgData name="Anita Choudhary" userId="00c11c2d8554823a" providerId="LiveId" clId="{891F663D-F0DA-4A3B-A9CE-E7F1F02F3AAB}" dt="2025-08-05T17:14:50.651" v="569" actId="478"/>
          <ac:spMkLst>
            <pc:docMk/>
            <pc:sldMk cId="4146582631" sldId="259"/>
            <ac:spMk id="2" creationId="{CB96F7D7-000B-6F62-87B0-A3E79B8B59F3}"/>
          </ac:spMkLst>
        </pc:spChg>
        <pc:spChg chg="add del">
          <ac:chgData name="Anita Choudhary" userId="00c11c2d8554823a" providerId="LiveId" clId="{891F663D-F0DA-4A3B-A9CE-E7F1F02F3AAB}" dt="2025-08-05T17:14:14.044" v="563" actId="478"/>
          <ac:spMkLst>
            <pc:docMk/>
            <pc:sldMk cId="4146582631" sldId="259"/>
            <ac:spMk id="3" creationId="{C4451184-1164-E0BF-52EA-21DF02F117B4}"/>
          </ac:spMkLst>
        </pc:spChg>
        <pc:spChg chg="add mod">
          <ac:chgData name="Anita Choudhary" userId="00c11c2d8554823a" providerId="LiveId" clId="{891F663D-F0DA-4A3B-A9CE-E7F1F02F3AAB}" dt="2025-08-05T17:20:53.470" v="649" actId="20577"/>
          <ac:spMkLst>
            <pc:docMk/>
            <pc:sldMk cId="4146582631" sldId="259"/>
            <ac:spMk id="4" creationId="{780BD604-A5E4-3B54-9164-846CC16A7D05}"/>
          </ac:spMkLst>
        </pc:spChg>
        <pc:spChg chg="add mod">
          <ac:chgData name="Anita Choudhary" userId="00c11c2d8554823a" providerId="LiveId" clId="{891F663D-F0DA-4A3B-A9CE-E7F1F02F3AAB}" dt="2025-08-05T19:13:31.429" v="930" actId="14100"/>
          <ac:spMkLst>
            <pc:docMk/>
            <pc:sldMk cId="4146582631" sldId="259"/>
            <ac:spMk id="6" creationId="{799AF18D-1734-C38E-78FA-FF788DC8B55B}"/>
          </ac:spMkLst>
        </pc:spChg>
        <pc:spChg chg="add mod">
          <ac:chgData name="Anita Choudhary" userId="00c11c2d8554823a" providerId="LiveId" clId="{891F663D-F0DA-4A3B-A9CE-E7F1F02F3AAB}" dt="2025-08-05T19:16:55.301" v="959" actId="1076"/>
          <ac:spMkLst>
            <pc:docMk/>
            <pc:sldMk cId="4146582631" sldId="259"/>
            <ac:spMk id="7" creationId="{5BE2501A-5098-970D-D991-A78CFFFAFBB5}"/>
          </ac:spMkLst>
        </pc:spChg>
        <pc:picChg chg="add del mod">
          <ac:chgData name="Anita Choudhary" userId="00c11c2d8554823a" providerId="LiveId" clId="{891F663D-F0DA-4A3B-A9CE-E7F1F02F3AAB}" dt="2025-08-05T17:29:09.377" v="650" actId="478"/>
          <ac:picMkLst>
            <pc:docMk/>
            <pc:sldMk cId="4146582631" sldId="259"/>
            <ac:picMk id="8196" creationId="{1A6F6637-4C01-83D4-0A6B-18A347F41A13}"/>
          </ac:picMkLst>
        </pc:picChg>
        <pc:picChg chg="add mod">
          <ac:chgData name="Anita Choudhary" userId="00c11c2d8554823a" providerId="LiveId" clId="{891F663D-F0DA-4A3B-A9CE-E7F1F02F3AAB}" dt="2025-08-05T19:16:28.420" v="955" actId="1076"/>
          <ac:picMkLst>
            <pc:docMk/>
            <pc:sldMk cId="4146582631" sldId="259"/>
            <ac:picMk id="8198" creationId="{D409EA26-D352-CAD7-4F7D-F01B2B9D4CAC}"/>
          </ac:picMkLst>
        </pc:picChg>
        <pc:picChg chg="add mod">
          <ac:chgData name="Anita Choudhary" userId="00c11c2d8554823a" providerId="LiveId" clId="{891F663D-F0DA-4A3B-A9CE-E7F1F02F3AAB}" dt="2025-08-05T19:16:36.174" v="957" actId="1076"/>
          <ac:picMkLst>
            <pc:docMk/>
            <pc:sldMk cId="4146582631" sldId="259"/>
            <ac:picMk id="8200" creationId="{9C03AD1F-9225-6C0B-1E3C-EA564C253049}"/>
          </ac:picMkLst>
        </pc:picChg>
        <pc:picChg chg="add mod">
          <ac:chgData name="Anita Choudhary" userId="00c11c2d8554823a" providerId="LiveId" clId="{891F663D-F0DA-4A3B-A9CE-E7F1F02F3AAB}" dt="2025-08-05T19:19:38.281" v="970" actId="1036"/>
          <ac:picMkLst>
            <pc:docMk/>
            <pc:sldMk cId="4146582631" sldId="259"/>
            <ac:picMk id="8202" creationId="{1F724B72-EE4A-195A-E5F9-C46D7D782DE7}"/>
          </ac:picMkLst>
        </pc:picChg>
      </pc:sldChg>
      <pc:sldChg chg="addSp delSp modSp mod modTransition">
        <pc:chgData name="Anita Choudhary" userId="00c11c2d8554823a" providerId="LiveId" clId="{891F663D-F0DA-4A3B-A9CE-E7F1F02F3AAB}" dt="2025-08-05T20:25:27.848" v="1412" actId="20577"/>
        <pc:sldMkLst>
          <pc:docMk/>
          <pc:sldMk cId="2157299915" sldId="260"/>
        </pc:sldMkLst>
        <pc:spChg chg="mod">
          <ac:chgData name="Anita Choudhary" userId="00c11c2d8554823a" providerId="LiveId" clId="{891F663D-F0DA-4A3B-A9CE-E7F1F02F3AAB}" dt="2025-08-05T20:25:27.848" v="1412" actId="20577"/>
          <ac:spMkLst>
            <pc:docMk/>
            <pc:sldMk cId="2157299915" sldId="260"/>
            <ac:spMk id="2" creationId="{27F165E2-BA08-FD2D-75F2-0AB109A6E097}"/>
          </ac:spMkLst>
        </pc:spChg>
        <pc:picChg chg="add del mod">
          <ac:chgData name="Anita Choudhary" userId="00c11c2d8554823a" providerId="LiveId" clId="{891F663D-F0DA-4A3B-A9CE-E7F1F02F3AAB}" dt="2025-08-05T18:52:42.276" v="825" actId="478"/>
          <ac:picMkLst>
            <pc:docMk/>
            <pc:sldMk cId="2157299915" sldId="260"/>
            <ac:picMk id="5122" creationId="{8BBAB35E-E449-6F1A-CFEE-686CE55C3077}"/>
          </ac:picMkLst>
        </pc:picChg>
        <pc:picChg chg="add mod">
          <ac:chgData name="Anita Choudhary" userId="00c11c2d8554823a" providerId="LiveId" clId="{891F663D-F0DA-4A3B-A9CE-E7F1F02F3AAB}" dt="2025-08-05T19:20:23.957" v="973" actId="14100"/>
          <ac:picMkLst>
            <pc:docMk/>
            <pc:sldMk cId="2157299915" sldId="260"/>
            <ac:picMk id="5124" creationId="{9D33E630-EB01-E0DD-7C0D-38688FC7CF56}"/>
          </ac:picMkLst>
        </pc:picChg>
        <pc:picChg chg="add mod">
          <ac:chgData name="Anita Choudhary" userId="00c11c2d8554823a" providerId="LiveId" clId="{891F663D-F0DA-4A3B-A9CE-E7F1F02F3AAB}" dt="2025-08-05T19:25:48.789" v="983" actId="1076"/>
          <ac:picMkLst>
            <pc:docMk/>
            <pc:sldMk cId="2157299915" sldId="260"/>
            <ac:picMk id="5126" creationId="{9FD6E147-63A6-EA33-D30C-578DC1FCFE79}"/>
          </ac:picMkLst>
        </pc:picChg>
      </pc:sldChg>
      <pc:sldChg chg="addSp delSp modSp mod">
        <pc:chgData name="Anita Choudhary" userId="00c11c2d8554823a" providerId="LiveId" clId="{891F663D-F0DA-4A3B-A9CE-E7F1F02F3AAB}" dt="2025-08-05T21:34:21.173" v="1628" actId="20577"/>
        <pc:sldMkLst>
          <pc:docMk/>
          <pc:sldMk cId="1448447158" sldId="261"/>
        </pc:sldMkLst>
        <pc:spChg chg="mod">
          <ac:chgData name="Anita Choudhary" userId="00c11c2d8554823a" providerId="LiveId" clId="{891F663D-F0DA-4A3B-A9CE-E7F1F02F3AAB}" dt="2025-08-05T21:34:21.173" v="1628" actId="20577"/>
          <ac:spMkLst>
            <pc:docMk/>
            <pc:sldMk cId="1448447158" sldId="261"/>
            <ac:spMk id="2" creationId="{FEE557D4-4A2F-0A65-2529-E506FAE4B129}"/>
          </ac:spMkLst>
        </pc:spChg>
        <pc:spChg chg="add del">
          <ac:chgData name="Anita Choudhary" userId="00c11c2d8554823a" providerId="LiveId" clId="{891F663D-F0DA-4A3B-A9CE-E7F1F02F3AAB}" dt="2025-08-05T13:42:29.143" v="248" actId="478"/>
          <ac:spMkLst>
            <pc:docMk/>
            <pc:sldMk cId="1448447158" sldId="261"/>
            <ac:spMk id="3" creationId="{0939867D-88D6-4817-1BA7-3A4636235EDC}"/>
          </ac:spMkLst>
        </pc:spChg>
        <pc:picChg chg="add mod">
          <ac:chgData name="Anita Choudhary" userId="00c11c2d8554823a" providerId="LiveId" clId="{891F663D-F0DA-4A3B-A9CE-E7F1F02F3AAB}" dt="2025-08-05T12:55:25.444" v="85" actId="1076"/>
          <ac:picMkLst>
            <pc:docMk/>
            <pc:sldMk cId="1448447158" sldId="261"/>
            <ac:picMk id="1026" creationId="{57F0C23F-3DB2-E38F-9116-91CF59C10791}"/>
          </ac:picMkLst>
        </pc:picChg>
        <pc:picChg chg="add mod">
          <ac:chgData name="Anita Choudhary" userId="00c11c2d8554823a" providerId="LiveId" clId="{891F663D-F0DA-4A3B-A9CE-E7F1F02F3AAB}" dt="2025-08-05T12:55:40.191" v="89" actId="14100"/>
          <ac:picMkLst>
            <pc:docMk/>
            <pc:sldMk cId="1448447158" sldId="261"/>
            <ac:picMk id="1028" creationId="{943C6DFC-C21E-3EAD-2269-3F5FFDFA1542}"/>
          </ac:picMkLst>
        </pc:picChg>
      </pc:sldChg>
      <pc:sldChg chg="modSp del mod">
        <pc:chgData name="Anita Choudhary" userId="00c11c2d8554823a" providerId="LiveId" clId="{891F663D-F0DA-4A3B-A9CE-E7F1F02F3AAB}" dt="2025-08-05T19:02:00.863" v="876" actId="2696"/>
        <pc:sldMkLst>
          <pc:docMk/>
          <pc:sldMk cId="2000815971" sldId="262"/>
        </pc:sldMkLst>
        <pc:spChg chg="mod">
          <ac:chgData name="Anita Choudhary" userId="00c11c2d8554823a" providerId="LiveId" clId="{891F663D-F0DA-4A3B-A9CE-E7F1F02F3AAB}" dt="2025-08-05T19:01:21.694" v="866" actId="20577"/>
          <ac:spMkLst>
            <pc:docMk/>
            <pc:sldMk cId="2000815971" sldId="262"/>
            <ac:spMk id="2" creationId="{055489BC-F79F-9E28-734C-EDE041D0D495}"/>
          </ac:spMkLst>
        </pc:spChg>
      </pc:sldChg>
      <pc:sldChg chg="addSp delSp modSp del mod">
        <pc:chgData name="Anita Choudhary" userId="00c11c2d8554823a" providerId="LiveId" clId="{891F663D-F0DA-4A3B-A9CE-E7F1F02F3AAB}" dt="2025-08-05T04:09:09.552" v="6" actId="2696"/>
        <pc:sldMkLst>
          <pc:docMk/>
          <pc:sldMk cId="3473863944" sldId="263"/>
        </pc:sldMkLst>
        <pc:spChg chg="del mod">
          <ac:chgData name="Anita Choudhary" userId="00c11c2d8554823a" providerId="LiveId" clId="{891F663D-F0DA-4A3B-A9CE-E7F1F02F3AAB}" dt="2025-08-05T04:08:27.854" v="2"/>
          <ac:spMkLst>
            <pc:docMk/>
            <pc:sldMk cId="3473863944" sldId="263"/>
            <ac:spMk id="2" creationId="{E2B22C40-BBB9-61D0-1574-C6A1EF300601}"/>
          </ac:spMkLst>
        </pc:spChg>
        <pc:spChg chg="add mod">
          <ac:chgData name="Anita Choudhary" userId="00c11c2d8554823a" providerId="LiveId" clId="{891F663D-F0DA-4A3B-A9CE-E7F1F02F3AAB}" dt="2025-08-05T04:08:53.102" v="5" actId="255"/>
          <ac:spMkLst>
            <pc:docMk/>
            <pc:sldMk cId="3473863944" sldId="263"/>
            <ac:spMk id="3" creationId="{AA762259-D09F-9E61-6E2D-60C1ED9F4648}"/>
          </ac:spMkLst>
        </pc:spChg>
      </pc:sldChg>
      <pc:sldChg chg="addSp modSp mod modTransition">
        <pc:chgData name="Anita Choudhary" userId="00c11c2d8554823a" providerId="LiveId" clId="{891F663D-F0DA-4A3B-A9CE-E7F1F02F3AAB}" dt="2025-08-06T03:57:06.380" v="1631" actId="207"/>
        <pc:sldMkLst>
          <pc:docMk/>
          <pc:sldMk cId="1473229151" sldId="264"/>
        </pc:sldMkLst>
        <pc:spChg chg="mod">
          <ac:chgData name="Anita Choudhary" userId="00c11c2d8554823a" providerId="LiveId" clId="{891F663D-F0DA-4A3B-A9CE-E7F1F02F3AAB}" dt="2025-08-06T03:57:06.380" v="1631" actId="207"/>
          <ac:spMkLst>
            <pc:docMk/>
            <pc:sldMk cId="1473229151" sldId="264"/>
            <ac:spMk id="2" creationId="{AD58D2A4-38DF-C3BC-56A2-06E88B9EFFF8}"/>
          </ac:spMkLst>
        </pc:spChg>
        <pc:picChg chg="add mod">
          <ac:chgData name="Anita Choudhary" userId="00c11c2d8554823a" providerId="LiveId" clId="{891F663D-F0DA-4A3B-A9CE-E7F1F02F3AAB}" dt="2025-08-05T20:38:01.071" v="1506" actId="1076"/>
          <ac:picMkLst>
            <pc:docMk/>
            <pc:sldMk cId="1473229151" sldId="264"/>
            <ac:picMk id="11266" creationId="{4CEE561F-F5AC-65D7-CC6B-85F47BC318A6}"/>
          </ac:picMkLst>
        </pc:picChg>
      </pc:sldChg>
      <pc:sldChg chg="modSp mod modTransition">
        <pc:chgData name="Anita Choudhary" userId="00c11c2d8554823a" providerId="LiveId" clId="{891F663D-F0DA-4A3B-A9CE-E7F1F02F3AAB}" dt="2025-08-06T04:03:20.093" v="1639" actId="3062"/>
        <pc:sldMkLst>
          <pc:docMk/>
          <pc:sldMk cId="1270562307" sldId="265"/>
        </pc:sldMkLst>
        <pc:spChg chg="mod">
          <ac:chgData name="Anita Choudhary" userId="00c11c2d8554823a" providerId="LiveId" clId="{891F663D-F0DA-4A3B-A9CE-E7F1F02F3AAB}" dt="2025-08-06T04:03:20.093" v="1639" actId="3062"/>
          <ac:spMkLst>
            <pc:docMk/>
            <pc:sldMk cId="1270562307" sldId="265"/>
            <ac:spMk id="2" creationId="{034C26E7-C9A9-1B48-DA13-2DA4298BEA9C}"/>
          </ac:spMkLst>
        </pc:spChg>
      </pc:sldChg>
      <pc:sldChg chg="modSp mod modTransition">
        <pc:chgData name="Anita Choudhary" userId="00c11c2d8554823a" providerId="LiveId" clId="{891F663D-F0DA-4A3B-A9CE-E7F1F02F3AAB}" dt="2025-08-06T04:07:12.994" v="1641" actId="255"/>
        <pc:sldMkLst>
          <pc:docMk/>
          <pc:sldMk cId="4044851068" sldId="266"/>
        </pc:sldMkLst>
        <pc:spChg chg="mod">
          <ac:chgData name="Anita Choudhary" userId="00c11c2d8554823a" providerId="LiveId" clId="{891F663D-F0DA-4A3B-A9CE-E7F1F02F3AAB}" dt="2025-08-06T04:07:12.994" v="1641" actId="255"/>
          <ac:spMkLst>
            <pc:docMk/>
            <pc:sldMk cId="4044851068" sldId="266"/>
            <ac:spMk id="4" creationId="{7F7862CD-A9CB-05E4-818D-6285F189E857}"/>
          </ac:spMkLst>
        </pc:spChg>
        <pc:picChg chg="mod">
          <ac:chgData name="Anita Choudhary" userId="00c11c2d8554823a" providerId="LiveId" clId="{891F663D-F0DA-4A3B-A9CE-E7F1F02F3AAB}" dt="2025-08-05T16:31:45.394" v="532" actId="14100"/>
          <ac:picMkLst>
            <pc:docMk/>
            <pc:sldMk cId="4044851068" sldId="266"/>
            <ac:picMk id="6" creationId="{3FB249B1-DEDB-C516-0E1F-D136EA1A7D7C}"/>
          </ac:picMkLst>
        </pc:picChg>
      </pc:sldChg>
      <pc:sldChg chg="addSp modSp new del mod modTransition setBg">
        <pc:chgData name="Anita Choudhary" userId="00c11c2d8554823a" providerId="LiveId" clId="{891F663D-F0DA-4A3B-A9CE-E7F1F02F3AAB}" dt="2025-08-05T17:38:55.938" v="678" actId="2696"/>
        <pc:sldMkLst>
          <pc:docMk/>
          <pc:sldMk cId="3204162589" sldId="267"/>
        </pc:sldMkLst>
        <pc:spChg chg="add mod">
          <ac:chgData name="Anita Choudhary" userId="00c11c2d8554823a" providerId="LiveId" clId="{891F663D-F0DA-4A3B-A9CE-E7F1F02F3AAB}" dt="2025-08-05T17:38:16.569" v="677" actId="20577"/>
          <ac:spMkLst>
            <pc:docMk/>
            <pc:sldMk cId="3204162589" sldId="267"/>
            <ac:spMk id="2" creationId="{CE9D1FEB-E968-A97F-5B62-E61F3B144B33}"/>
          </ac:spMkLst>
        </pc:spChg>
      </pc:sldChg>
      <pc:sldChg chg="addSp delSp modSp new del mod modTransition setBg">
        <pc:chgData name="Anita Choudhary" userId="00c11c2d8554823a" providerId="LiveId" clId="{891F663D-F0DA-4A3B-A9CE-E7F1F02F3AAB}" dt="2025-08-05T18:33:01.516" v="706" actId="2696"/>
        <pc:sldMkLst>
          <pc:docMk/>
          <pc:sldMk cId="2379763712" sldId="268"/>
        </pc:sldMkLst>
        <pc:spChg chg="add del mod">
          <ac:chgData name="Anita Choudhary" userId="00c11c2d8554823a" providerId="LiveId" clId="{891F663D-F0DA-4A3B-A9CE-E7F1F02F3AAB}" dt="2025-08-05T18:32:19.652" v="701" actId="478"/>
          <ac:spMkLst>
            <pc:docMk/>
            <pc:sldMk cId="2379763712" sldId="268"/>
            <ac:spMk id="3" creationId="{FA7980C6-0845-15BE-E476-6DDD40221A5B}"/>
          </ac:spMkLst>
        </pc:spChg>
        <pc:picChg chg="add del mod">
          <ac:chgData name="Anita Choudhary" userId="00c11c2d8554823a" providerId="LiveId" clId="{891F663D-F0DA-4A3B-A9CE-E7F1F02F3AAB}" dt="2025-08-05T18:32:23.098" v="702" actId="478"/>
          <ac:picMkLst>
            <pc:docMk/>
            <pc:sldMk cId="2379763712" sldId="268"/>
            <ac:picMk id="6146" creationId="{78A3F5E4-7CBA-5471-62F7-AA2EC59EFAC0}"/>
          </ac:picMkLst>
        </pc:picChg>
      </pc:sldChg>
      <pc:sldChg chg="addSp delSp modSp new mod modTransition setBg">
        <pc:chgData name="Anita Choudhary" userId="00c11c2d8554823a" providerId="LiveId" clId="{891F663D-F0DA-4A3B-A9CE-E7F1F02F3AAB}" dt="2025-08-05T21:30:42.662" v="1627" actId="20577"/>
        <pc:sldMkLst>
          <pc:docMk/>
          <pc:sldMk cId="1862430587" sldId="269"/>
        </pc:sldMkLst>
        <pc:spChg chg="add mod">
          <ac:chgData name="Anita Choudhary" userId="00c11c2d8554823a" providerId="LiveId" clId="{891F663D-F0DA-4A3B-A9CE-E7F1F02F3AAB}" dt="2025-08-05T21:30:42.662" v="1627" actId="20577"/>
          <ac:spMkLst>
            <pc:docMk/>
            <pc:sldMk cId="1862430587" sldId="269"/>
            <ac:spMk id="3" creationId="{AF6D094D-6D3E-3F2C-6AD4-ACCF01F25C5B}"/>
          </ac:spMkLst>
        </pc:spChg>
        <pc:spChg chg="add del">
          <ac:chgData name="Anita Choudhary" userId="00c11c2d8554823a" providerId="LiveId" clId="{891F663D-F0DA-4A3B-A9CE-E7F1F02F3AAB}" dt="2025-08-05T20:07:46.296" v="1202" actId="478"/>
          <ac:spMkLst>
            <pc:docMk/>
            <pc:sldMk cId="1862430587" sldId="269"/>
            <ac:spMk id="6" creationId="{B63546CA-BFA8-1054-C41A-CCFD4E03F451}"/>
          </ac:spMkLst>
        </pc:spChg>
        <pc:spChg chg="add del">
          <ac:chgData name="Anita Choudhary" userId="00c11c2d8554823a" providerId="LiveId" clId="{891F663D-F0DA-4A3B-A9CE-E7F1F02F3AAB}" dt="2025-08-05T20:08:02.153" v="1204" actId="478"/>
          <ac:spMkLst>
            <pc:docMk/>
            <pc:sldMk cId="1862430587" sldId="269"/>
            <ac:spMk id="7" creationId="{EEA3DB9F-2736-BB6E-5E34-315B82278A42}"/>
          </ac:spMkLst>
        </pc:spChg>
        <pc:spChg chg="add del">
          <ac:chgData name="Anita Choudhary" userId="00c11c2d8554823a" providerId="LiveId" clId="{891F663D-F0DA-4A3B-A9CE-E7F1F02F3AAB}" dt="2025-08-05T20:09:23.487" v="1209" actId="478"/>
          <ac:spMkLst>
            <pc:docMk/>
            <pc:sldMk cId="1862430587" sldId="269"/>
            <ac:spMk id="8" creationId="{5982FB43-3158-0A98-04CB-464EB67A8A1B}"/>
          </ac:spMkLst>
        </pc:spChg>
        <pc:graphicFrameChg chg="add del mod">
          <ac:chgData name="Anita Choudhary" userId="00c11c2d8554823a" providerId="LiveId" clId="{891F663D-F0DA-4A3B-A9CE-E7F1F02F3AAB}" dt="2025-08-05T15:38:35.202" v="326" actId="478"/>
          <ac:graphicFrameMkLst>
            <pc:docMk/>
            <pc:sldMk cId="1862430587" sldId="269"/>
            <ac:graphicFrameMk id="4" creationId="{B3918FD0-DED2-4D7C-22B7-881C3CD967A2}"/>
          </ac:graphicFrameMkLst>
        </pc:graphicFrameChg>
        <pc:graphicFrameChg chg="add del mod">
          <ac:chgData name="Anita Choudhary" userId="00c11c2d8554823a" providerId="LiveId" clId="{891F663D-F0DA-4A3B-A9CE-E7F1F02F3AAB}" dt="2025-08-05T15:38:30.706" v="325" actId="478"/>
          <ac:graphicFrameMkLst>
            <pc:docMk/>
            <pc:sldMk cId="1862430587" sldId="269"/>
            <ac:graphicFrameMk id="5" creationId="{2BB1392B-8F0E-5F98-BD9F-B87A0C2D5C16}"/>
          </ac:graphicFrameMkLst>
        </pc:graphicFrameChg>
      </pc:sldChg>
      <pc:sldChg chg="addSp modSp new ord modTransition setBg">
        <pc:chgData name="Anita Choudhary" userId="00c11c2d8554823a" providerId="LiveId" clId="{891F663D-F0DA-4A3B-A9CE-E7F1F02F3AAB}" dt="2025-08-06T03:56:31.952" v="1630"/>
        <pc:sldMkLst>
          <pc:docMk/>
          <pc:sldMk cId="1322692252" sldId="270"/>
        </pc:sldMkLst>
        <pc:picChg chg="add mod">
          <ac:chgData name="Anita Choudhary" userId="00c11c2d8554823a" providerId="LiveId" clId="{891F663D-F0DA-4A3B-A9CE-E7F1F02F3AAB}" dt="2025-08-05T13:59:01.124" v="266" actId="14100"/>
          <ac:picMkLst>
            <pc:docMk/>
            <pc:sldMk cId="1322692252" sldId="270"/>
            <ac:picMk id="3074" creationId="{C2C282F6-997B-8648-E15B-93AEBF82CA7E}"/>
          </ac:picMkLst>
        </pc:picChg>
      </pc:sldChg>
      <pc:sldChg chg="addSp modSp new mod modTransition setBg">
        <pc:chgData name="Anita Choudhary" userId="00c11c2d8554823a" providerId="LiveId" clId="{891F663D-F0DA-4A3B-A9CE-E7F1F02F3AAB}" dt="2025-08-05T21:07:33.887" v="1543"/>
        <pc:sldMkLst>
          <pc:docMk/>
          <pc:sldMk cId="4045565751" sldId="271"/>
        </pc:sldMkLst>
        <pc:spChg chg="add mod">
          <ac:chgData name="Anita Choudhary" userId="00c11c2d8554823a" providerId="LiveId" clId="{891F663D-F0DA-4A3B-A9CE-E7F1F02F3AAB}" dt="2025-08-05T18:59:37.364" v="854" actId="20577"/>
          <ac:spMkLst>
            <pc:docMk/>
            <pc:sldMk cId="4045565751" sldId="271"/>
            <ac:spMk id="3" creationId="{CBF130F8-3AD0-2866-1D54-1AF7FF007C7E}"/>
          </ac:spMkLst>
        </pc:spChg>
        <pc:picChg chg="add mod">
          <ac:chgData name="Anita Choudhary" userId="00c11c2d8554823a" providerId="LiveId" clId="{891F663D-F0DA-4A3B-A9CE-E7F1F02F3AAB}" dt="2025-08-05T19:53:05.017" v="1088" actId="14100"/>
          <ac:picMkLst>
            <pc:docMk/>
            <pc:sldMk cId="4045565751" sldId="271"/>
            <ac:picMk id="10242" creationId="{315B9EA1-462F-24C6-3320-EFFC443EC65D}"/>
          </ac:picMkLst>
        </pc:picChg>
      </pc:sldChg>
      <pc:sldChg chg="addSp delSp modSp new mod modTransition setBg">
        <pc:chgData name="Anita Choudhary" userId="00c11c2d8554823a" providerId="LiveId" clId="{891F663D-F0DA-4A3B-A9CE-E7F1F02F3AAB}" dt="2025-08-05T21:07:49.254" v="1544"/>
        <pc:sldMkLst>
          <pc:docMk/>
          <pc:sldMk cId="697127673" sldId="272"/>
        </pc:sldMkLst>
        <pc:spChg chg="add del">
          <ac:chgData name="Anita Choudhary" userId="00c11c2d8554823a" providerId="LiveId" clId="{891F663D-F0DA-4A3B-A9CE-E7F1F02F3AAB}" dt="2025-08-05T18:30:20.992" v="695" actId="478"/>
          <ac:spMkLst>
            <pc:docMk/>
            <pc:sldMk cId="697127673" sldId="272"/>
            <ac:spMk id="3" creationId="{9C30BF84-F348-599C-401B-A0C7C87C69CA}"/>
          </ac:spMkLst>
        </pc:spChg>
        <pc:spChg chg="add mod">
          <ac:chgData name="Anita Choudhary" userId="00c11c2d8554823a" providerId="LiveId" clId="{891F663D-F0DA-4A3B-A9CE-E7F1F02F3AAB}" dt="2025-08-05T19:52:51.502" v="1085" actId="1076"/>
          <ac:spMkLst>
            <pc:docMk/>
            <pc:sldMk cId="697127673" sldId="272"/>
            <ac:spMk id="5" creationId="{3B8EDF8C-A10D-36F5-8B6F-A640C4DF0BDB}"/>
          </ac:spMkLst>
        </pc:spChg>
        <pc:picChg chg="add mod">
          <ac:chgData name="Anita Choudhary" userId="00c11c2d8554823a" providerId="LiveId" clId="{891F663D-F0DA-4A3B-A9CE-E7F1F02F3AAB}" dt="2025-08-05T19:52:57.064" v="1086" actId="14100"/>
          <ac:picMkLst>
            <pc:docMk/>
            <pc:sldMk cId="697127673" sldId="272"/>
            <ac:picMk id="6" creationId="{7155F7BE-A2D3-B96C-347F-49EC8D88E7EB}"/>
          </ac:picMkLst>
        </pc:picChg>
        <pc:picChg chg="add del mod">
          <ac:chgData name="Anita Choudhary" userId="00c11c2d8554823a" providerId="LiveId" clId="{891F663D-F0DA-4A3B-A9CE-E7F1F02F3AAB}" dt="2025-08-05T19:27:25.527" v="990" actId="478"/>
          <ac:picMkLst>
            <pc:docMk/>
            <pc:sldMk cId="697127673" sldId="272"/>
            <ac:picMk id="9218" creationId="{18791A9E-EBEF-E6AD-2A08-CB472880EC73}"/>
          </ac:picMkLst>
        </pc:picChg>
      </pc:sldChg>
      <pc:sldChg chg="addSp delSp modSp new mod modTransition setBg delAnim modAnim">
        <pc:chgData name="Anita Choudhary" userId="00c11c2d8554823a" providerId="LiveId" clId="{891F663D-F0DA-4A3B-A9CE-E7F1F02F3AAB}" dt="2025-08-05T21:25:42.972" v="1620" actId="14100"/>
        <pc:sldMkLst>
          <pc:docMk/>
          <pc:sldMk cId="4285815705" sldId="273"/>
        </pc:sldMkLst>
        <pc:spChg chg="add mod">
          <ac:chgData name="Anita Choudhary" userId="00c11c2d8554823a" providerId="LiveId" clId="{891F663D-F0DA-4A3B-A9CE-E7F1F02F3AAB}" dt="2025-08-05T19:51:23.959" v="1071" actId="1076"/>
          <ac:spMkLst>
            <pc:docMk/>
            <pc:sldMk cId="4285815705" sldId="273"/>
            <ac:spMk id="3" creationId="{B132AD8A-C730-281D-8881-16663CC38909}"/>
          </ac:spMkLst>
        </pc:spChg>
        <pc:spChg chg="add del mod">
          <ac:chgData name="Anita Choudhary" userId="00c11c2d8554823a" providerId="LiveId" clId="{891F663D-F0DA-4A3B-A9CE-E7F1F02F3AAB}" dt="2025-08-05T21:25:35.985" v="1618" actId="478"/>
          <ac:spMkLst>
            <pc:docMk/>
            <pc:sldMk cId="4285815705" sldId="273"/>
            <ac:spMk id="6" creationId="{2E9F1364-7CED-E515-D546-0E6A2A909D75}"/>
          </ac:spMkLst>
        </pc:spChg>
        <pc:picChg chg="add del mod">
          <ac:chgData name="Anita Choudhary" userId="00c11c2d8554823a" providerId="LiveId" clId="{891F663D-F0DA-4A3B-A9CE-E7F1F02F3AAB}" dt="2025-08-05T21:13:23.849" v="1600" actId="478"/>
          <ac:picMkLst>
            <pc:docMk/>
            <pc:sldMk cId="4285815705" sldId="273"/>
            <ac:picMk id="4" creationId="{8FF29039-01BE-BC5C-F017-461F817CA74A}"/>
          </ac:picMkLst>
        </pc:picChg>
        <pc:picChg chg="add mod">
          <ac:chgData name="Anita Choudhary" userId="00c11c2d8554823a" providerId="LiveId" clId="{891F663D-F0DA-4A3B-A9CE-E7F1F02F3AAB}" dt="2025-08-05T21:16:18.355" v="1605" actId="1076"/>
          <ac:picMkLst>
            <pc:docMk/>
            <pc:sldMk cId="4285815705" sldId="273"/>
            <ac:picMk id="13314" creationId="{94A22131-7AD7-EB0D-9360-C7323C0D6E79}"/>
          </ac:picMkLst>
        </pc:picChg>
        <pc:picChg chg="add mod">
          <ac:chgData name="Anita Choudhary" userId="00c11c2d8554823a" providerId="LiveId" clId="{891F663D-F0DA-4A3B-A9CE-E7F1F02F3AAB}" dt="2025-08-05T21:25:42.972" v="1620" actId="14100"/>
          <ac:picMkLst>
            <pc:docMk/>
            <pc:sldMk cId="4285815705" sldId="273"/>
            <ac:picMk id="13316" creationId="{43833515-B061-2771-49B6-20AC498A2401}"/>
          </ac:picMkLst>
        </pc:picChg>
      </pc:sldChg>
      <pc:sldChg chg="addSp modSp new del mod setBg">
        <pc:chgData name="Anita Choudhary" userId="00c11c2d8554823a" providerId="LiveId" clId="{891F663D-F0DA-4A3B-A9CE-E7F1F02F3AAB}" dt="2025-08-05T19:58:26.910" v="1095" actId="2696"/>
        <pc:sldMkLst>
          <pc:docMk/>
          <pc:sldMk cId="968562648" sldId="274"/>
        </pc:sldMkLst>
        <pc:spChg chg="add mod">
          <ac:chgData name="Anita Choudhary" userId="00c11c2d8554823a" providerId="LiveId" clId="{891F663D-F0DA-4A3B-A9CE-E7F1F02F3AAB}" dt="2025-08-05T19:57:38.121" v="1094" actId="20577"/>
          <ac:spMkLst>
            <pc:docMk/>
            <pc:sldMk cId="968562648" sldId="274"/>
            <ac:spMk id="3" creationId="{656401FF-8023-B5AE-87C6-C49D332AD357}"/>
          </ac:spMkLst>
        </pc:spChg>
      </pc:sldChg>
      <pc:sldChg chg="addSp delSp modSp new del mod setBg modAnim">
        <pc:chgData name="Anita Choudhary" userId="00c11c2d8554823a" providerId="LiveId" clId="{891F663D-F0DA-4A3B-A9CE-E7F1F02F3AAB}" dt="2025-08-05T19:51:47.270" v="1072" actId="2696"/>
        <pc:sldMkLst>
          <pc:docMk/>
          <pc:sldMk cId="1841727277" sldId="274"/>
        </pc:sldMkLst>
        <pc:spChg chg="add del mod">
          <ac:chgData name="Anita Choudhary" userId="00c11c2d8554823a" providerId="LiveId" clId="{891F663D-F0DA-4A3B-A9CE-E7F1F02F3AAB}" dt="2025-08-05T19:46:43.846" v="1048" actId="478"/>
          <ac:spMkLst>
            <pc:docMk/>
            <pc:sldMk cId="1841727277" sldId="274"/>
            <ac:spMk id="3" creationId="{91945DC9-E791-7CC9-ECEE-1788A4FBBCB1}"/>
          </ac:spMkLst>
        </pc:spChg>
        <pc:picChg chg="add mod">
          <ac:chgData name="Anita Choudhary" userId="00c11c2d8554823a" providerId="LiveId" clId="{891F663D-F0DA-4A3B-A9CE-E7F1F02F3AAB}" dt="2025-08-05T19:49:58.802" v="1056" actId="1076"/>
          <ac:picMkLst>
            <pc:docMk/>
            <pc:sldMk cId="1841727277" sldId="274"/>
            <ac:picMk id="4" creationId="{C27123B6-B2E4-400D-BE9D-D18EB784CC95}"/>
          </ac:picMkLst>
        </pc:picChg>
      </pc:sldChg>
      <pc:sldChg chg="addSp delSp modSp new mod modTransition setBg">
        <pc:chgData name="Anita Choudhary" userId="00c11c2d8554823a" providerId="LiveId" clId="{891F663D-F0DA-4A3B-A9CE-E7F1F02F3AAB}" dt="2025-08-05T21:10:54.477" v="1584"/>
        <pc:sldMkLst>
          <pc:docMk/>
          <pc:sldMk cId="3480813619" sldId="274"/>
        </pc:sldMkLst>
        <pc:spChg chg="add del mod">
          <ac:chgData name="Anita Choudhary" userId="00c11c2d8554823a" providerId="LiveId" clId="{891F663D-F0DA-4A3B-A9CE-E7F1F02F3AAB}" dt="2025-08-05T19:59:41.866" v="1103"/>
          <ac:spMkLst>
            <pc:docMk/>
            <pc:sldMk cId="3480813619" sldId="274"/>
            <ac:spMk id="3" creationId="{7213117A-11FC-2721-5085-AFE13B596D24}"/>
          </ac:spMkLst>
        </pc:spChg>
        <pc:spChg chg="add mod">
          <ac:chgData name="Anita Choudhary" userId="00c11c2d8554823a" providerId="LiveId" clId="{891F663D-F0DA-4A3B-A9CE-E7F1F02F3AAB}" dt="2025-08-05T20:54:59.275" v="1522" actId="1076"/>
          <ac:spMkLst>
            <pc:docMk/>
            <pc:sldMk cId="3480813619" sldId="274"/>
            <ac:spMk id="5" creationId="{30A8D146-1D17-DB73-321C-1F23DD490274}"/>
          </ac:spMkLst>
        </pc:spChg>
        <pc:picChg chg="add mod">
          <ac:chgData name="Anita Choudhary" userId="00c11c2d8554823a" providerId="LiveId" clId="{891F663D-F0DA-4A3B-A9CE-E7F1F02F3AAB}" dt="2025-08-05T20:55:04.631" v="1523" actId="1076"/>
          <ac:picMkLst>
            <pc:docMk/>
            <pc:sldMk cId="3480813619" sldId="274"/>
            <ac:picMk id="12290" creationId="{95A0D7D8-0558-138B-BBEE-2354E8CB8B24}"/>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D0054-3D13-7696-7CA1-B43106A848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005BDC1-4C24-E996-5BC4-8C1A86050C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A0073B1-8963-C1F2-8BEA-819C22A58951}"/>
              </a:ext>
            </a:extLst>
          </p:cNvPr>
          <p:cNvSpPr>
            <a:spLocks noGrp="1"/>
          </p:cNvSpPr>
          <p:nvPr>
            <p:ph type="dt" sz="half" idx="10"/>
          </p:nvPr>
        </p:nvSpPr>
        <p:spPr/>
        <p:txBody>
          <a:bodyPr/>
          <a:lstStyle/>
          <a:p>
            <a:fld id="{1603DF25-EAC6-471B-A268-7CC1D6375E9F}" type="datetimeFigureOut">
              <a:rPr lang="en-IN" smtClean="0"/>
              <a:t>06-08-2025</a:t>
            </a:fld>
            <a:endParaRPr lang="en-IN"/>
          </a:p>
        </p:txBody>
      </p:sp>
      <p:sp>
        <p:nvSpPr>
          <p:cNvPr id="5" name="Footer Placeholder 4">
            <a:extLst>
              <a:ext uri="{FF2B5EF4-FFF2-40B4-BE49-F238E27FC236}">
                <a16:creationId xmlns:a16="http://schemas.microsoft.com/office/drawing/2014/main" id="{DB4A2233-7551-8143-30A0-1E03562B10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739101-4C1A-EACB-6D40-6005D70F4FDF}"/>
              </a:ext>
            </a:extLst>
          </p:cNvPr>
          <p:cNvSpPr>
            <a:spLocks noGrp="1"/>
          </p:cNvSpPr>
          <p:nvPr>
            <p:ph type="sldNum" sz="quarter" idx="12"/>
          </p:nvPr>
        </p:nvSpPr>
        <p:spPr/>
        <p:txBody>
          <a:bodyPr/>
          <a:lstStyle/>
          <a:p>
            <a:fld id="{A07BAFB3-1A7D-451E-8E92-036174FD467B}" type="slidenum">
              <a:rPr lang="en-IN" smtClean="0"/>
              <a:t>‹#›</a:t>
            </a:fld>
            <a:endParaRPr lang="en-IN"/>
          </a:p>
        </p:txBody>
      </p:sp>
    </p:spTree>
    <p:extLst>
      <p:ext uri="{BB962C8B-B14F-4D97-AF65-F5344CB8AC3E}">
        <p14:creationId xmlns:p14="http://schemas.microsoft.com/office/powerpoint/2010/main" val="1202975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DF360-9AC1-53A8-A2A1-28497C794DE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585FA1C-EB02-B143-50A9-DC53C5DF7C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BFE595-EAB2-B990-FCD9-FECC24D03FB3}"/>
              </a:ext>
            </a:extLst>
          </p:cNvPr>
          <p:cNvSpPr>
            <a:spLocks noGrp="1"/>
          </p:cNvSpPr>
          <p:nvPr>
            <p:ph type="dt" sz="half" idx="10"/>
          </p:nvPr>
        </p:nvSpPr>
        <p:spPr/>
        <p:txBody>
          <a:bodyPr/>
          <a:lstStyle/>
          <a:p>
            <a:fld id="{1603DF25-EAC6-471B-A268-7CC1D6375E9F}" type="datetimeFigureOut">
              <a:rPr lang="en-IN" smtClean="0"/>
              <a:t>06-08-2025</a:t>
            </a:fld>
            <a:endParaRPr lang="en-IN"/>
          </a:p>
        </p:txBody>
      </p:sp>
      <p:sp>
        <p:nvSpPr>
          <p:cNvPr id="5" name="Footer Placeholder 4">
            <a:extLst>
              <a:ext uri="{FF2B5EF4-FFF2-40B4-BE49-F238E27FC236}">
                <a16:creationId xmlns:a16="http://schemas.microsoft.com/office/drawing/2014/main" id="{7D6CCCA1-58CC-6D9B-91F7-67987B975C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DE1963-6676-1FF1-4569-628099C0370D}"/>
              </a:ext>
            </a:extLst>
          </p:cNvPr>
          <p:cNvSpPr>
            <a:spLocks noGrp="1"/>
          </p:cNvSpPr>
          <p:nvPr>
            <p:ph type="sldNum" sz="quarter" idx="12"/>
          </p:nvPr>
        </p:nvSpPr>
        <p:spPr/>
        <p:txBody>
          <a:bodyPr/>
          <a:lstStyle/>
          <a:p>
            <a:fld id="{A07BAFB3-1A7D-451E-8E92-036174FD467B}" type="slidenum">
              <a:rPr lang="en-IN" smtClean="0"/>
              <a:t>‹#›</a:t>
            </a:fld>
            <a:endParaRPr lang="en-IN"/>
          </a:p>
        </p:txBody>
      </p:sp>
    </p:spTree>
    <p:extLst>
      <p:ext uri="{BB962C8B-B14F-4D97-AF65-F5344CB8AC3E}">
        <p14:creationId xmlns:p14="http://schemas.microsoft.com/office/powerpoint/2010/main" val="1305676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B7B7F-FE28-2BFC-D0AA-ED018CA268A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49418FE-A3AE-5477-FE12-A7390C400F7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5C386E-1C77-9DB9-53F4-D1C981C7EDF8}"/>
              </a:ext>
            </a:extLst>
          </p:cNvPr>
          <p:cNvSpPr>
            <a:spLocks noGrp="1"/>
          </p:cNvSpPr>
          <p:nvPr>
            <p:ph type="dt" sz="half" idx="10"/>
          </p:nvPr>
        </p:nvSpPr>
        <p:spPr/>
        <p:txBody>
          <a:bodyPr/>
          <a:lstStyle/>
          <a:p>
            <a:fld id="{1603DF25-EAC6-471B-A268-7CC1D6375E9F}" type="datetimeFigureOut">
              <a:rPr lang="en-IN" smtClean="0"/>
              <a:t>06-08-2025</a:t>
            </a:fld>
            <a:endParaRPr lang="en-IN"/>
          </a:p>
        </p:txBody>
      </p:sp>
      <p:sp>
        <p:nvSpPr>
          <p:cNvPr id="5" name="Footer Placeholder 4">
            <a:extLst>
              <a:ext uri="{FF2B5EF4-FFF2-40B4-BE49-F238E27FC236}">
                <a16:creationId xmlns:a16="http://schemas.microsoft.com/office/drawing/2014/main" id="{DF7B3FDD-546F-27E8-04A6-65B736A0F8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89EE6F-BF24-121E-799B-5DF497CAC8DF}"/>
              </a:ext>
            </a:extLst>
          </p:cNvPr>
          <p:cNvSpPr>
            <a:spLocks noGrp="1"/>
          </p:cNvSpPr>
          <p:nvPr>
            <p:ph type="sldNum" sz="quarter" idx="12"/>
          </p:nvPr>
        </p:nvSpPr>
        <p:spPr/>
        <p:txBody>
          <a:bodyPr/>
          <a:lstStyle/>
          <a:p>
            <a:fld id="{A07BAFB3-1A7D-451E-8E92-036174FD467B}" type="slidenum">
              <a:rPr lang="en-IN" smtClean="0"/>
              <a:t>‹#›</a:t>
            </a:fld>
            <a:endParaRPr lang="en-IN"/>
          </a:p>
        </p:txBody>
      </p:sp>
    </p:spTree>
    <p:extLst>
      <p:ext uri="{BB962C8B-B14F-4D97-AF65-F5344CB8AC3E}">
        <p14:creationId xmlns:p14="http://schemas.microsoft.com/office/powerpoint/2010/main" val="1965325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57255-A4D4-4E20-C092-7C1399CDF1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2F84882-4EBB-B3A7-3807-71BE3391AED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591E72E-F82A-5F8A-4E1B-857EE0F32DD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035D285-81F8-8B4E-56AD-BF9FA15B2A53}"/>
              </a:ext>
            </a:extLst>
          </p:cNvPr>
          <p:cNvSpPr>
            <a:spLocks noGrp="1"/>
          </p:cNvSpPr>
          <p:nvPr>
            <p:ph type="dt" sz="half" idx="10"/>
          </p:nvPr>
        </p:nvSpPr>
        <p:spPr/>
        <p:txBody>
          <a:bodyPr/>
          <a:lstStyle/>
          <a:p>
            <a:fld id="{1603DF25-EAC6-471B-A268-7CC1D6375E9F}" type="datetimeFigureOut">
              <a:rPr lang="en-IN" smtClean="0"/>
              <a:t>06-08-2025</a:t>
            </a:fld>
            <a:endParaRPr lang="en-IN"/>
          </a:p>
        </p:txBody>
      </p:sp>
      <p:sp>
        <p:nvSpPr>
          <p:cNvPr id="6" name="Footer Placeholder 5">
            <a:extLst>
              <a:ext uri="{FF2B5EF4-FFF2-40B4-BE49-F238E27FC236}">
                <a16:creationId xmlns:a16="http://schemas.microsoft.com/office/drawing/2014/main" id="{243885B9-7752-CC4F-6AED-ECEB91FC3C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6CD084-FAF4-8FC2-4192-CF1D20F442EE}"/>
              </a:ext>
            </a:extLst>
          </p:cNvPr>
          <p:cNvSpPr>
            <a:spLocks noGrp="1"/>
          </p:cNvSpPr>
          <p:nvPr>
            <p:ph type="sldNum" sz="quarter" idx="12"/>
          </p:nvPr>
        </p:nvSpPr>
        <p:spPr/>
        <p:txBody>
          <a:bodyPr/>
          <a:lstStyle/>
          <a:p>
            <a:fld id="{A07BAFB3-1A7D-451E-8E92-036174FD467B}" type="slidenum">
              <a:rPr lang="en-IN" smtClean="0"/>
              <a:t>‹#›</a:t>
            </a:fld>
            <a:endParaRPr lang="en-IN"/>
          </a:p>
        </p:txBody>
      </p:sp>
    </p:spTree>
    <p:extLst>
      <p:ext uri="{BB962C8B-B14F-4D97-AF65-F5344CB8AC3E}">
        <p14:creationId xmlns:p14="http://schemas.microsoft.com/office/powerpoint/2010/main" val="3883664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26F33-27EB-B39A-D296-A5704E9A7EE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2C90FC5-B493-A82B-970C-91D22D6696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2012E2-C97F-3BDE-DBA0-D63431AC78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A0C3B83-4180-520C-5CC7-5113F238DA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D446E7-06C3-561D-BF59-89D5A6E710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84ABEC6-E018-C9A5-8747-2ADA88D38277}"/>
              </a:ext>
            </a:extLst>
          </p:cNvPr>
          <p:cNvSpPr>
            <a:spLocks noGrp="1"/>
          </p:cNvSpPr>
          <p:nvPr>
            <p:ph type="dt" sz="half" idx="10"/>
          </p:nvPr>
        </p:nvSpPr>
        <p:spPr/>
        <p:txBody>
          <a:bodyPr/>
          <a:lstStyle/>
          <a:p>
            <a:fld id="{1603DF25-EAC6-471B-A268-7CC1D6375E9F}" type="datetimeFigureOut">
              <a:rPr lang="en-IN" smtClean="0"/>
              <a:t>06-08-2025</a:t>
            </a:fld>
            <a:endParaRPr lang="en-IN"/>
          </a:p>
        </p:txBody>
      </p:sp>
      <p:sp>
        <p:nvSpPr>
          <p:cNvPr id="8" name="Footer Placeholder 7">
            <a:extLst>
              <a:ext uri="{FF2B5EF4-FFF2-40B4-BE49-F238E27FC236}">
                <a16:creationId xmlns:a16="http://schemas.microsoft.com/office/drawing/2014/main" id="{AA20D251-AE44-97FD-A7A4-F96CC2C1882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3D67601-715E-0CEF-6A14-73AD1B06195F}"/>
              </a:ext>
            </a:extLst>
          </p:cNvPr>
          <p:cNvSpPr>
            <a:spLocks noGrp="1"/>
          </p:cNvSpPr>
          <p:nvPr>
            <p:ph type="sldNum" sz="quarter" idx="12"/>
          </p:nvPr>
        </p:nvSpPr>
        <p:spPr/>
        <p:txBody>
          <a:bodyPr/>
          <a:lstStyle/>
          <a:p>
            <a:fld id="{A07BAFB3-1A7D-451E-8E92-036174FD467B}" type="slidenum">
              <a:rPr lang="en-IN" smtClean="0"/>
              <a:t>‹#›</a:t>
            </a:fld>
            <a:endParaRPr lang="en-IN"/>
          </a:p>
        </p:txBody>
      </p:sp>
    </p:spTree>
    <p:extLst>
      <p:ext uri="{BB962C8B-B14F-4D97-AF65-F5344CB8AC3E}">
        <p14:creationId xmlns:p14="http://schemas.microsoft.com/office/powerpoint/2010/main" val="5222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F5599-BF81-6555-15CD-1691149BC42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00AA3E4-26BD-2C72-D572-08122315FC09}"/>
              </a:ext>
            </a:extLst>
          </p:cNvPr>
          <p:cNvSpPr>
            <a:spLocks noGrp="1"/>
          </p:cNvSpPr>
          <p:nvPr>
            <p:ph type="dt" sz="half" idx="10"/>
          </p:nvPr>
        </p:nvSpPr>
        <p:spPr/>
        <p:txBody>
          <a:bodyPr/>
          <a:lstStyle/>
          <a:p>
            <a:fld id="{1603DF25-EAC6-471B-A268-7CC1D6375E9F}" type="datetimeFigureOut">
              <a:rPr lang="en-IN" smtClean="0"/>
              <a:t>06-08-2025</a:t>
            </a:fld>
            <a:endParaRPr lang="en-IN"/>
          </a:p>
        </p:txBody>
      </p:sp>
      <p:sp>
        <p:nvSpPr>
          <p:cNvPr id="4" name="Footer Placeholder 3">
            <a:extLst>
              <a:ext uri="{FF2B5EF4-FFF2-40B4-BE49-F238E27FC236}">
                <a16:creationId xmlns:a16="http://schemas.microsoft.com/office/drawing/2014/main" id="{90CACC85-EEF4-88F3-75C0-7BB77AD794F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4113AA5-E647-B618-97EA-1C230BDA341B}"/>
              </a:ext>
            </a:extLst>
          </p:cNvPr>
          <p:cNvSpPr>
            <a:spLocks noGrp="1"/>
          </p:cNvSpPr>
          <p:nvPr>
            <p:ph type="sldNum" sz="quarter" idx="12"/>
          </p:nvPr>
        </p:nvSpPr>
        <p:spPr/>
        <p:txBody>
          <a:bodyPr/>
          <a:lstStyle/>
          <a:p>
            <a:fld id="{A07BAFB3-1A7D-451E-8E92-036174FD467B}" type="slidenum">
              <a:rPr lang="en-IN" smtClean="0"/>
              <a:t>‹#›</a:t>
            </a:fld>
            <a:endParaRPr lang="en-IN"/>
          </a:p>
        </p:txBody>
      </p:sp>
    </p:spTree>
    <p:extLst>
      <p:ext uri="{BB962C8B-B14F-4D97-AF65-F5344CB8AC3E}">
        <p14:creationId xmlns:p14="http://schemas.microsoft.com/office/powerpoint/2010/main" val="4290833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92B01C-9345-F990-BE5F-28F54A2E2EA2}"/>
              </a:ext>
            </a:extLst>
          </p:cNvPr>
          <p:cNvSpPr>
            <a:spLocks noGrp="1"/>
          </p:cNvSpPr>
          <p:nvPr>
            <p:ph type="dt" sz="half" idx="10"/>
          </p:nvPr>
        </p:nvSpPr>
        <p:spPr/>
        <p:txBody>
          <a:bodyPr/>
          <a:lstStyle/>
          <a:p>
            <a:fld id="{1603DF25-EAC6-471B-A268-7CC1D6375E9F}" type="datetimeFigureOut">
              <a:rPr lang="en-IN" smtClean="0"/>
              <a:t>06-08-2025</a:t>
            </a:fld>
            <a:endParaRPr lang="en-IN"/>
          </a:p>
        </p:txBody>
      </p:sp>
      <p:sp>
        <p:nvSpPr>
          <p:cNvPr id="3" name="Footer Placeholder 2">
            <a:extLst>
              <a:ext uri="{FF2B5EF4-FFF2-40B4-BE49-F238E27FC236}">
                <a16:creationId xmlns:a16="http://schemas.microsoft.com/office/drawing/2014/main" id="{F69E7B34-A1C7-FBA2-F512-782CE643FFE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F3474A4-ECAD-5B15-B56E-87D51560104F}"/>
              </a:ext>
            </a:extLst>
          </p:cNvPr>
          <p:cNvSpPr>
            <a:spLocks noGrp="1"/>
          </p:cNvSpPr>
          <p:nvPr>
            <p:ph type="sldNum" sz="quarter" idx="12"/>
          </p:nvPr>
        </p:nvSpPr>
        <p:spPr/>
        <p:txBody>
          <a:bodyPr/>
          <a:lstStyle/>
          <a:p>
            <a:fld id="{A07BAFB3-1A7D-451E-8E92-036174FD467B}" type="slidenum">
              <a:rPr lang="en-IN" smtClean="0"/>
              <a:t>‹#›</a:t>
            </a:fld>
            <a:endParaRPr lang="en-IN"/>
          </a:p>
        </p:txBody>
      </p:sp>
    </p:spTree>
    <p:extLst>
      <p:ext uri="{BB962C8B-B14F-4D97-AF65-F5344CB8AC3E}">
        <p14:creationId xmlns:p14="http://schemas.microsoft.com/office/powerpoint/2010/main" val="1890529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99A55-90E5-4347-5C47-8FB70A8B7F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EB1C641-A28D-4970-8417-16FA056D0D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6145800-8730-0CDF-782D-36431648A2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AA4068-AF94-1F18-2348-E95BFB1A8F2E}"/>
              </a:ext>
            </a:extLst>
          </p:cNvPr>
          <p:cNvSpPr>
            <a:spLocks noGrp="1"/>
          </p:cNvSpPr>
          <p:nvPr>
            <p:ph type="dt" sz="half" idx="10"/>
          </p:nvPr>
        </p:nvSpPr>
        <p:spPr/>
        <p:txBody>
          <a:bodyPr/>
          <a:lstStyle/>
          <a:p>
            <a:fld id="{1603DF25-EAC6-471B-A268-7CC1D6375E9F}" type="datetimeFigureOut">
              <a:rPr lang="en-IN" smtClean="0"/>
              <a:t>06-08-2025</a:t>
            </a:fld>
            <a:endParaRPr lang="en-IN"/>
          </a:p>
        </p:txBody>
      </p:sp>
      <p:sp>
        <p:nvSpPr>
          <p:cNvPr id="6" name="Footer Placeholder 5">
            <a:extLst>
              <a:ext uri="{FF2B5EF4-FFF2-40B4-BE49-F238E27FC236}">
                <a16:creationId xmlns:a16="http://schemas.microsoft.com/office/drawing/2014/main" id="{4A045B80-D802-0643-7CBF-9E06EACDD37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037FAC-F4DC-54DE-0554-325E212D9A7A}"/>
              </a:ext>
            </a:extLst>
          </p:cNvPr>
          <p:cNvSpPr>
            <a:spLocks noGrp="1"/>
          </p:cNvSpPr>
          <p:nvPr>
            <p:ph type="sldNum" sz="quarter" idx="12"/>
          </p:nvPr>
        </p:nvSpPr>
        <p:spPr/>
        <p:txBody>
          <a:bodyPr/>
          <a:lstStyle/>
          <a:p>
            <a:fld id="{A07BAFB3-1A7D-451E-8E92-036174FD467B}" type="slidenum">
              <a:rPr lang="en-IN" smtClean="0"/>
              <a:t>‹#›</a:t>
            </a:fld>
            <a:endParaRPr lang="en-IN"/>
          </a:p>
        </p:txBody>
      </p:sp>
    </p:spTree>
    <p:extLst>
      <p:ext uri="{BB962C8B-B14F-4D97-AF65-F5344CB8AC3E}">
        <p14:creationId xmlns:p14="http://schemas.microsoft.com/office/powerpoint/2010/main" val="1302479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B7D71-7A96-A643-C396-8D944500D0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7579554-95F2-424E-C8C3-E01DA6F7A3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A7F82F7-EBF2-FFEB-A1D2-09FB9BD309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94AC4C-3E05-7F40-D53D-EF4877B4DE26}"/>
              </a:ext>
            </a:extLst>
          </p:cNvPr>
          <p:cNvSpPr>
            <a:spLocks noGrp="1"/>
          </p:cNvSpPr>
          <p:nvPr>
            <p:ph type="dt" sz="half" idx="10"/>
          </p:nvPr>
        </p:nvSpPr>
        <p:spPr/>
        <p:txBody>
          <a:bodyPr/>
          <a:lstStyle/>
          <a:p>
            <a:fld id="{1603DF25-EAC6-471B-A268-7CC1D6375E9F}" type="datetimeFigureOut">
              <a:rPr lang="en-IN" smtClean="0"/>
              <a:t>06-08-2025</a:t>
            </a:fld>
            <a:endParaRPr lang="en-IN"/>
          </a:p>
        </p:txBody>
      </p:sp>
      <p:sp>
        <p:nvSpPr>
          <p:cNvPr id="6" name="Footer Placeholder 5">
            <a:extLst>
              <a:ext uri="{FF2B5EF4-FFF2-40B4-BE49-F238E27FC236}">
                <a16:creationId xmlns:a16="http://schemas.microsoft.com/office/drawing/2014/main" id="{D13BF470-FB7F-C3ED-5295-52537156AE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61E632-98B3-381A-468E-C9592C8E72EE}"/>
              </a:ext>
            </a:extLst>
          </p:cNvPr>
          <p:cNvSpPr>
            <a:spLocks noGrp="1"/>
          </p:cNvSpPr>
          <p:nvPr>
            <p:ph type="sldNum" sz="quarter" idx="12"/>
          </p:nvPr>
        </p:nvSpPr>
        <p:spPr/>
        <p:txBody>
          <a:bodyPr/>
          <a:lstStyle/>
          <a:p>
            <a:fld id="{A07BAFB3-1A7D-451E-8E92-036174FD467B}" type="slidenum">
              <a:rPr lang="en-IN" smtClean="0"/>
              <a:t>‹#›</a:t>
            </a:fld>
            <a:endParaRPr lang="en-IN"/>
          </a:p>
        </p:txBody>
      </p:sp>
    </p:spTree>
    <p:extLst>
      <p:ext uri="{BB962C8B-B14F-4D97-AF65-F5344CB8AC3E}">
        <p14:creationId xmlns:p14="http://schemas.microsoft.com/office/powerpoint/2010/main" val="3984600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8ACB4-DCC2-3AD2-AAA9-A59493A7BC9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27498A0-DAD8-DAE4-240C-591C70401B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B05E49-8579-5774-E456-084F76F0253A}"/>
              </a:ext>
            </a:extLst>
          </p:cNvPr>
          <p:cNvSpPr>
            <a:spLocks noGrp="1"/>
          </p:cNvSpPr>
          <p:nvPr>
            <p:ph type="dt" sz="half" idx="10"/>
          </p:nvPr>
        </p:nvSpPr>
        <p:spPr/>
        <p:txBody>
          <a:bodyPr/>
          <a:lstStyle/>
          <a:p>
            <a:fld id="{1603DF25-EAC6-471B-A268-7CC1D6375E9F}" type="datetimeFigureOut">
              <a:rPr lang="en-IN" smtClean="0"/>
              <a:t>06-08-2025</a:t>
            </a:fld>
            <a:endParaRPr lang="en-IN"/>
          </a:p>
        </p:txBody>
      </p:sp>
      <p:sp>
        <p:nvSpPr>
          <p:cNvPr id="5" name="Footer Placeholder 4">
            <a:extLst>
              <a:ext uri="{FF2B5EF4-FFF2-40B4-BE49-F238E27FC236}">
                <a16:creationId xmlns:a16="http://schemas.microsoft.com/office/drawing/2014/main" id="{3FFA0121-50DF-F0F8-F3AF-B3324A9948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842EDC-5994-3076-1CCA-42F9AF27571F}"/>
              </a:ext>
            </a:extLst>
          </p:cNvPr>
          <p:cNvSpPr>
            <a:spLocks noGrp="1"/>
          </p:cNvSpPr>
          <p:nvPr>
            <p:ph type="sldNum" sz="quarter" idx="12"/>
          </p:nvPr>
        </p:nvSpPr>
        <p:spPr/>
        <p:txBody>
          <a:bodyPr/>
          <a:lstStyle/>
          <a:p>
            <a:fld id="{A07BAFB3-1A7D-451E-8E92-036174FD467B}" type="slidenum">
              <a:rPr lang="en-IN" smtClean="0"/>
              <a:t>‹#›</a:t>
            </a:fld>
            <a:endParaRPr lang="en-IN"/>
          </a:p>
        </p:txBody>
      </p:sp>
    </p:spTree>
    <p:extLst>
      <p:ext uri="{BB962C8B-B14F-4D97-AF65-F5344CB8AC3E}">
        <p14:creationId xmlns:p14="http://schemas.microsoft.com/office/powerpoint/2010/main" val="546025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5E0C6D-033B-D535-1811-F2DD07ACC9B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E5C9AA-B406-8A28-CB7C-56EAC866F4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A525A5-E8BB-CAA1-C3F1-B6DB4B9F3F3A}"/>
              </a:ext>
            </a:extLst>
          </p:cNvPr>
          <p:cNvSpPr>
            <a:spLocks noGrp="1"/>
          </p:cNvSpPr>
          <p:nvPr>
            <p:ph type="dt" sz="half" idx="10"/>
          </p:nvPr>
        </p:nvSpPr>
        <p:spPr/>
        <p:txBody>
          <a:bodyPr/>
          <a:lstStyle/>
          <a:p>
            <a:fld id="{1603DF25-EAC6-471B-A268-7CC1D6375E9F}" type="datetimeFigureOut">
              <a:rPr lang="en-IN" smtClean="0"/>
              <a:t>06-08-2025</a:t>
            </a:fld>
            <a:endParaRPr lang="en-IN"/>
          </a:p>
        </p:txBody>
      </p:sp>
      <p:sp>
        <p:nvSpPr>
          <p:cNvPr id="5" name="Footer Placeholder 4">
            <a:extLst>
              <a:ext uri="{FF2B5EF4-FFF2-40B4-BE49-F238E27FC236}">
                <a16:creationId xmlns:a16="http://schemas.microsoft.com/office/drawing/2014/main" id="{25B7A8D3-EE70-A666-D0FF-A5944D3DF3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14736E-215C-566F-95EF-B68B9E2539F1}"/>
              </a:ext>
            </a:extLst>
          </p:cNvPr>
          <p:cNvSpPr>
            <a:spLocks noGrp="1"/>
          </p:cNvSpPr>
          <p:nvPr>
            <p:ph type="sldNum" sz="quarter" idx="12"/>
          </p:nvPr>
        </p:nvSpPr>
        <p:spPr/>
        <p:txBody>
          <a:bodyPr/>
          <a:lstStyle/>
          <a:p>
            <a:fld id="{A07BAFB3-1A7D-451E-8E92-036174FD467B}" type="slidenum">
              <a:rPr lang="en-IN" smtClean="0"/>
              <a:t>‹#›</a:t>
            </a:fld>
            <a:endParaRPr lang="en-IN"/>
          </a:p>
        </p:txBody>
      </p:sp>
    </p:spTree>
    <p:extLst>
      <p:ext uri="{BB962C8B-B14F-4D97-AF65-F5344CB8AC3E}">
        <p14:creationId xmlns:p14="http://schemas.microsoft.com/office/powerpoint/2010/main" val="3366691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B35BC5-6877-2EE4-EA0B-DD49634398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7DCFEFD-4CFB-6E33-3332-B29F5D2B24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A2C520-FE13-ECB2-58F3-7F9761F032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03DF25-EAC6-471B-A268-7CC1D6375E9F}" type="datetimeFigureOut">
              <a:rPr lang="en-IN" smtClean="0"/>
              <a:t>06-08-2025</a:t>
            </a:fld>
            <a:endParaRPr lang="en-IN"/>
          </a:p>
        </p:txBody>
      </p:sp>
      <p:sp>
        <p:nvSpPr>
          <p:cNvPr id="5" name="Footer Placeholder 4">
            <a:extLst>
              <a:ext uri="{FF2B5EF4-FFF2-40B4-BE49-F238E27FC236}">
                <a16:creationId xmlns:a16="http://schemas.microsoft.com/office/drawing/2014/main" id="{A34097CB-3114-6CB9-8914-DCFA859DEA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FF40A23-DFA8-686B-63DB-10331D6975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7BAFB3-1A7D-451E-8E92-036174FD467B}" type="slidenum">
              <a:rPr lang="en-IN" smtClean="0"/>
              <a:t>‹#›</a:t>
            </a:fld>
            <a:endParaRPr lang="en-IN"/>
          </a:p>
        </p:txBody>
      </p:sp>
    </p:spTree>
    <p:extLst>
      <p:ext uri="{BB962C8B-B14F-4D97-AF65-F5344CB8AC3E}">
        <p14:creationId xmlns:p14="http://schemas.microsoft.com/office/powerpoint/2010/main" val="34536479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50000">
              <a:srgbClr val="92D050"/>
            </a:gs>
            <a:gs pos="0">
              <a:srgbClr val="00B050"/>
            </a:gs>
            <a:gs pos="100000">
              <a:srgbClr val="FFC000"/>
            </a:gs>
          </a:gsLst>
          <a:path path="circle">
            <a:fillToRect l="100000" t="100000"/>
          </a:path>
        </a:gra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F7862CD-A9CB-05E4-818D-6285F189E857}"/>
              </a:ext>
            </a:extLst>
          </p:cNvPr>
          <p:cNvSpPr txBox="1"/>
          <p:nvPr/>
        </p:nvSpPr>
        <p:spPr>
          <a:xfrm>
            <a:off x="1485483" y="1066856"/>
            <a:ext cx="9150384" cy="2492990"/>
          </a:xfrm>
          <a:prstGeom prst="rect">
            <a:avLst/>
          </a:prstGeom>
          <a:noFill/>
        </p:spPr>
        <p:txBody>
          <a:bodyPr wrap="square" rtlCol="0">
            <a:spAutoFit/>
          </a:bodyPr>
          <a:lstStyle/>
          <a:p>
            <a:pPr algn="ctr"/>
            <a:endParaRPr lang="en-US" sz="2000" b="1" dirty="0">
              <a:latin typeface="Times New Roman" panose="02020603050405020304" pitchFamily="18" charset="0"/>
              <a:cs typeface="Times New Roman" panose="02020603050405020304" pitchFamily="18" charset="0"/>
            </a:endParaRPr>
          </a:p>
          <a:p>
            <a:pPr algn="ctr"/>
            <a:endParaRPr lang="en-US" sz="2000" b="1" dirty="0">
              <a:latin typeface="Times New Roman" panose="02020603050405020304" pitchFamily="18" charset="0"/>
              <a:cs typeface="Times New Roman" panose="02020603050405020304" pitchFamily="18" charset="0"/>
            </a:endParaRPr>
          </a:p>
          <a:p>
            <a:pPr algn="ctr"/>
            <a:r>
              <a:rPr lang="en-US" sz="9600" b="1" dirty="0">
                <a:ln>
                  <a:solidFill>
                    <a:schemeClr val="tx1">
                      <a:lumMod val="95000"/>
                      <a:lumOff val="5000"/>
                    </a:schemeClr>
                  </a:solidFill>
                </a:ln>
                <a:solidFill>
                  <a:srgbClr val="FF0000"/>
                </a:solidFill>
                <a:effectLst>
                  <a:glow rad="228600">
                    <a:schemeClr val="accent2">
                      <a:satMod val="175000"/>
                      <a:alpha val="40000"/>
                    </a:schemeClr>
                  </a:glow>
                  <a:reflection blurRad="6350" stA="55000" endA="300" endPos="45500" dir="5400000" sy="-100000" algn="bl" rotWithShape="0"/>
                </a:effectLst>
                <a:latin typeface="Edwardian Script ITC" panose="030303020407070D0804" pitchFamily="66" charset="0"/>
                <a:cs typeface="Times New Roman" panose="02020603050405020304" pitchFamily="18" charset="0"/>
              </a:rPr>
              <a:t>Bird of Paradise</a:t>
            </a:r>
          </a:p>
          <a:p>
            <a:pPr algn="ctr"/>
            <a:endParaRPr lang="en-US" sz="2000" b="1" dirty="0">
              <a:latin typeface="Times New Roman" panose="02020603050405020304" pitchFamily="18" charset="0"/>
              <a:cs typeface="Times New Roman" panose="02020603050405020304" pitchFamily="18" charset="0"/>
            </a:endParaRPr>
          </a:p>
        </p:txBody>
      </p:sp>
      <p:pic>
        <p:nvPicPr>
          <p:cNvPr id="6" name="Picture 2" descr="Birds Of Paradise Flower">
            <a:extLst>
              <a:ext uri="{FF2B5EF4-FFF2-40B4-BE49-F238E27FC236}">
                <a16:creationId xmlns:a16="http://schemas.microsoft.com/office/drawing/2014/main" id="{3FB249B1-DEDB-C516-0E1F-D136EA1A7D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47" y="3313625"/>
            <a:ext cx="7202129" cy="354437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CB4B310E-AD23-9F9D-4D39-B669B2A44060}"/>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556492" y="167343"/>
            <a:ext cx="1857983" cy="155349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TextBox 7">
            <a:extLst>
              <a:ext uri="{FF2B5EF4-FFF2-40B4-BE49-F238E27FC236}">
                <a16:creationId xmlns:a16="http://schemas.microsoft.com/office/drawing/2014/main" id="{8DC500FE-5D22-3D92-3B46-FD6967F96292}"/>
              </a:ext>
            </a:extLst>
          </p:cNvPr>
          <p:cNvSpPr txBox="1"/>
          <p:nvPr/>
        </p:nvSpPr>
        <p:spPr>
          <a:xfrm>
            <a:off x="2546556" y="304800"/>
            <a:ext cx="9222658" cy="1077218"/>
          </a:xfrm>
          <a:prstGeom prst="rect">
            <a:avLst/>
          </a:prstGeom>
          <a:noFill/>
        </p:spPr>
        <p:txBody>
          <a:bodyPr wrap="square" rtlCol="0">
            <a:spAutoFit/>
          </a:bodyPr>
          <a:lstStyle/>
          <a:p>
            <a:pPr algn="ctr"/>
            <a:r>
              <a:rPr lang="en-US" sz="3200" b="1" dirty="0">
                <a:ln w="0"/>
                <a:latin typeface="Times New Roman" panose="02020603050405020304" pitchFamily="18" charset="0"/>
                <a:cs typeface="Times New Roman" panose="02020603050405020304" pitchFamily="18" charset="0"/>
              </a:rPr>
              <a:t>Bharati Vidyapeeth (Deemed To Be University) </a:t>
            </a:r>
          </a:p>
          <a:p>
            <a:pPr algn="ctr"/>
            <a:r>
              <a:rPr lang="en-US" sz="3200" b="1" dirty="0">
                <a:ln w="0"/>
                <a:latin typeface="Times New Roman" panose="02020603050405020304" pitchFamily="18" charset="0"/>
                <a:cs typeface="Times New Roman" panose="02020603050405020304" pitchFamily="18" charset="0"/>
              </a:rPr>
              <a:t>Rajiv Gandhi Institute of IT and Biotechnology</a:t>
            </a:r>
          </a:p>
        </p:txBody>
      </p:sp>
      <p:sp>
        <p:nvSpPr>
          <p:cNvPr id="10" name="TextBox 9">
            <a:extLst>
              <a:ext uri="{FF2B5EF4-FFF2-40B4-BE49-F238E27FC236}">
                <a16:creationId xmlns:a16="http://schemas.microsoft.com/office/drawing/2014/main" id="{A4604256-8C84-975E-4EEF-59D63269DA48}"/>
              </a:ext>
            </a:extLst>
          </p:cNvPr>
          <p:cNvSpPr txBox="1"/>
          <p:nvPr/>
        </p:nvSpPr>
        <p:spPr>
          <a:xfrm flipH="1">
            <a:off x="6941574" y="4599252"/>
            <a:ext cx="4827640" cy="2062103"/>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PRESENTED BY: </a:t>
            </a:r>
          </a:p>
          <a:p>
            <a:pPr algn="ctr"/>
            <a:r>
              <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ANITA CHOUDHARY (09)</a:t>
            </a:r>
          </a:p>
          <a:p>
            <a:pPr algn="ctr"/>
            <a:r>
              <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GAURI LONDHE (22)</a:t>
            </a:r>
          </a:p>
          <a:p>
            <a:pPr algn="ctr"/>
            <a:r>
              <a:rPr lang="en-US" sz="2800"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B.Sc. BIOTECHNOLOGY </a:t>
            </a:r>
          </a:p>
          <a:p>
            <a:pPr algn="ctr"/>
            <a:r>
              <a:rPr lang="en-US" sz="2000" b="1" dirty="0">
                <a:latin typeface="Times New Roman" panose="02020603050405020304" pitchFamily="18" charset="0"/>
                <a:cs typeface="Times New Roman" panose="02020603050405020304" pitchFamily="18" charset="0"/>
              </a:rPr>
              <a:t>THIRD YEAR (SEM V)</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4851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50000">
              <a:srgbClr val="92D050"/>
            </a:gs>
            <a:gs pos="0">
              <a:srgbClr val="00B050"/>
            </a:gs>
            <a:gs pos="100000">
              <a:srgbClr val="FFC000"/>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7983703-1A55-59F2-B5C8-EA44FC22C314}"/>
              </a:ext>
            </a:extLst>
          </p:cNvPr>
          <p:cNvSpPr txBox="1"/>
          <p:nvPr/>
        </p:nvSpPr>
        <p:spPr>
          <a:xfrm>
            <a:off x="532638" y="366623"/>
            <a:ext cx="6695768" cy="5755422"/>
          </a:xfrm>
          <a:prstGeom prst="rect">
            <a:avLst/>
          </a:prstGeom>
          <a:noFill/>
          <a:ln>
            <a:noFill/>
          </a:ln>
          <a:effectLst/>
        </p:spPr>
        <p:txBody>
          <a:bodyPr wrap="square" rtlCol="0">
            <a:spAutoFit/>
          </a:bodyPr>
          <a:lstStyle/>
          <a:p>
            <a:pPr marL="514350" indent="-514350">
              <a:buFont typeface="+mj-lt"/>
              <a:buAutoNum type="arabicPeriod"/>
            </a:pPr>
            <a:r>
              <a:rPr lang="en-US" sz="32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INTRODUCTION:</a:t>
            </a: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Bird-of-paradise or crane flower (</a:t>
            </a:r>
            <a:r>
              <a:rPr lang="en-US" sz="2400" i="1" dirty="0">
                <a:latin typeface="Times New Roman" panose="02020603050405020304" pitchFamily="18" charset="0"/>
                <a:cs typeface="Times New Roman" panose="02020603050405020304" pitchFamily="18" charset="0"/>
              </a:rPr>
              <a:t>Strelitzia </a:t>
            </a:r>
            <a:r>
              <a:rPr lang="en-US" sz="2400" i="1" dirty="0" err="1">
                <a:latin typeface="Times New Roman" panose="02020603050405020304" pitchFamily="18" charset="0"/>
                <a:cs typeface="Times New Roman" panose="02020603050405020304" pitchFamily="18" charset="0"/>
              </a:rPr>
              <a:t>reginae</a:t>
            </a:r>
            <a:r>
              <a:rPr lang="en-US" sz="2400" dirty="0">
                <a:latin typeface="Times New Roman" panose="02020603050405020304" pitchFamily="18" charset="0"/>
                <a:cs typeface="Times New Roman" panose="02020603050405020304" pitchFamily="18" charset="0"/>
              </a:rPr>
              <a:t>) is a native of South Africa and is closely related to the banana</a:t>
            </a:r>
            <a:r>
              <a:rPr lang="en-US" sz="2400" dirty="0"/>
              <a:t>.</a:t>
            </a: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 genus Strelitzia belongs to the family </a:t>
            </a:r>
            <a:r>
              <a:rPr lang="en-US" sz="2400" dirty="0" err="1">
                <a:latin typeface="Times New Roman" panose="02020603050405020304" pitchFamily="18" charset="0"/>
                <a:cs typeface="Times New Roman" panose="02020603050405020304" pitchFamily="18" charset="0"/>
              </a:rPr>
              <a:t>Strelitziaceae</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 herbaceous plant derives its common names from the unique flower it bears, which resembles a brightly colored bird in flight. That’s why it’s called “Bird of Paradise.”</a:t>
            </a: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 evergreen leaves of bird-of-paradise do not drop from the plant, which makes it an excellent addition around pools or wherever shedding leaves are an aesthetic or maintenance problem.</a:t>
            </a:r>
          </a:p>
          <a:p>
            <a:r>
              <a:rPr lang="en-US" sz="2400" dirty="0">
                <a:solidFill>
                  <a:schemeClr val="accent1"/>
                </a:solidFill>
                <a:latin typeface="Times New Roman" panose="02020603050405020304" pitchFamily="18" charset="0"/>
                <a:cs typeface="Times New Roman" panose="02020603050405020304" pitchFamily="18" charset="0"/>
              </a:rPr>
              <a:t>https://edis.ifas.ufl.edu/publication/MG106</a:t>
            </a:r>
          </a:p>
        </p:txBody>
      </p:sp>
      <p:sp>
        <p:nvSpPr>
          <p:cNvPr id="3" name="AutoShape 2" descr="Bird of Paradise Cultivation">
            <a:extLst>
              <a:ext uri="{FF2B5EF4-FFF2-40B4-BE49-F238E27FC236}">
                <a16:creationId xmlns:a16="http://schemas.microsoft.com/office/drawing/2014/main" id="{C051242E-78A5-A9FB-FDF5-5E71A5505DC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8" descr="Bird of Paradise Cultivation">
            <a:extLst>
              <a:ext uri="{FF2B5EF4-FFF2-40B4-BE49-F238E27FC236}">
                <a16:creationId xmlns:a16="http://schemas.microsoft.com/office/drawing/2014/main" id="{C784191C-271C-106A-8AB7-7F8C312CD610}"/>
              </a:ext>
            </a:extLst>
          </p:cNvPr>
          <p:cNvSpPr>
            <a:spLocks noChangeAspect="1" noChangeArrowheads="1"/>
          </p:cNvSpPr>
          <p:nvPr/>
        </p:nvSpPr>
        <p:spPr bwMode="auto">
          <a:xfrm>
            <a:off x="8160774" y="1447799"/>
            <a:ext cx="2723536" cy="268174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64" name="Picture 16" descr="Story Pin image">
            <a:extLst>
              <a:ext uri="{FF2B5EF4-FFF2-40B4-BE49-F238E27FC236}">
                <a16:creationId xmlns:a16="http://schemas.microsoft.com/office/drawing/2014/main" id="{755DAC89-37BC-8D13-A2A7-C8338CE609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7934" y="0"/>
            <a:ext cx="474406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95637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50000">
              <a:srgbClr val="92D050"/>
            </a:gs>
            <a:gs pos="0">
              <a:srgbClr val="00B050"/>
            </a:gs>
            <a:gs pos="100000">
              <a:srgbClr val="FFC000"/>
            </a:gs>
          </a:gsLst>
          <a:path path="circle">
            <a:fillToRect l="100000" t="100000"/>
          </a:path>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6D094D-6D3E-3F2C-6AD4-ACCF01F25C5B}"/>
              </a:ext>
            </a:extLst>
          </p:cNvPr>
          <p:cNvSpPr txBox="1"/>
          <p:nvPr/>
        </p:nvSpPr>
        <p:spPr>
          <a:xfrm>
            <a:off x="192505" y="89624"/>
            <a:ext cx="11040020" cy="6247864"/>
          </a:xfrm>
          <a:prstGeom prst="rect">
            <a:avLst/>
          </a:prstGeom>
          <a:noFill/>
        </p:spPr>
        <p:txBody>
          <a:bodyPr wrap="square">
            <a:spAutoFit/>
          </a:bodyPr>
          <a:lstStyle/>
          <a:p>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 CLIMATE:</a:t>
            </a:r>
          </a:p>
          <a:p>
            <a:pPr marL="342900" indent="-3429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Prefers warm, tropical to subtropical climates.</a:t>
            </a:r>
          </a:p>
          <a:p>
            <a:pPr marL="342900" indent="-3429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Ideal temperature: 18–30°C.</a:t>
            </a:r>
          </a:p>
          <a:p>
            <a:pPr marL="342900" indent="-3429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Cannot tolerate frost; needs protection in cold climates.</a:t>
            </a:r>
          </a:p>
          <a:p>
            <a:pPr marL="342900" indent="-3429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Needs sunlight for good flowering, but can also grow in light shade.</a:t>
            </a:r>
          </a:p>
          <a:p>
            <a:pPr marL="342900" indent="-342900">
              <a:buFont typeface="Wingdings" panose="05000000000000000000" pitchFamily="2" charset="2"/>
              <a:buChar char="v"/>
            </a:pPr>
            <a:endParaRPr lang="en-US" sz="2800"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3. SOIL</a:t>
            </a:r>
            <a:endParaRPr lang="en-US" sz="3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Needs </a:t>
            </a:r>
            <a:r>
              <a:rPr lang="en-US" sz="2800" b="1" dirty="0">
                <a:latin typeface="Times New Roman" panose="02020603050405020304" pitchFamily="18" charset="0"/>
                <a:cs typeface="Times New Roman" panose="02020603050405020304" pitchFamily="18" charset="0"/>
              </a:rPr>
              <a:t>well-drained soil</a:t>
            </a:r>
            <a:r>
              <a:rPr lang="en-US" sz="2800" dirty="0">
                <a:latin typeface="Times New Roman" panose="02020603050405020304" pitchFamily="18" charset="0"/>
                <a:cs typeface="Times New Roman" panose="02020603050405020304" pitchFamily="18" charset="0"/>
              </a:rPr>
              <a:t> (water should not collect).</a:t>
            </a:r>
          </a:p>
          <a:p>
            <a:pPr marL="342900" indent="-3429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pH: </a:t>
            </a:r>
            <a:r>
              <a:rPr lang="en-US" sz="2800" b="1" dirty="0">
                <a:latin typeface="Times New Roman" panose="02020603050405020304" pitchFamily="18" charset="0"/>
                <a:cs typeface="Times New Roman" panose="02020603050405020304" pitchFamily="18" charset="0"/>
              </a:rPr>
              <a:t>5.5–7.5 </a:t>
            </a:r>
            <a:r>
              <a:rPr lang="en-IN" sz="2800" dirty="0"/>
              <a:t>(</a:t>
            </a:r>
            <a:r>
              <a:rPr lang="en-IN" sz="2800" dirty="0">
                <a:latin typeface="Times New Roman" panose="02020603050405020304" pitchFamily="18" charset="0"/>
                <a:cs typeface="Times New Roman" panose="02020603050405020304" pitchFamily="18" charset="0"/>
              </a:rPr>
              <a:t>slightly acidic to neutral).</a:t>
            </a:r>
            <a:endParaRPr lang="en-US" sz="28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Rich in organic matter (Fertile Soil)</a:t>
            </a:r>
          </a:p>
          <a:p>
            <a:pPr marL="342900" indent="-3429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Avoid waterlogging (accumulation of access water in the soil, often leads to saturation and hindering plant growth) .</a:t>
            </a:r>
          </a:p>
          <a:p>
            <a:endParaRPr lang="en-US" sz="28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243058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50000">
              <a:srgbClr val="80B828"/>
            </a:gs>
            <a:gs pos="0">
              <a:srgbClr val="00B050"/>
            </a:gs>
            <a:gs pos="100000">
              <a:srgbClr val="FFC000"/>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F165E2-BA08-FD2D-75F2-0AB109A6E097}"/>
              </a:ext>
            </a:extLst>
          </p:cNvPr>
          <p:cNvSpPr txBox="1"/>
          <p:nvPr/>
        </p:nvSpPr>
        <p:spPr>
          <a:xfrm>
            <a:off x="0" y="366623"/>
            <a:ext cx="7973961" cy="5201424"/>
          </a:xfrm>
          <a:prstGeom prst="rect">
            <a:avLst/>
          </a:prstGeom>
          <a:noFill/>
        </p:spPr>
        <p:txBody>
          <a:bodyPr wrap="square" rtlCol="0">
            <a:spAutoFit/>
          </a:bodyPr>
          <a:lstStyle/>
          <a:p>
            <a:endParaRPr lang="en-US" sz="2400"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4. BED PREPARATION</a:t>
            </a:r>
            <a:endParaRPr lang="en-US" sz="3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Prepare raised beds especially in heavy soils.</a:t>
            </a:r>
          </a:p>
          <a:p>
            <a:pPr marL="342900" indent="-3429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Mark the area: Top width: 90cm</a:t>
            </a:r>
          </a:p>
          <a:p>
            <a:r>
              <a:rPr lang="en-US" sz="2800" dirty="0">
                <a:latin typeface="Times New Roman" panose="02020603050405020304" pitchFamily="18" charset="0"/>
                <a:cs typeface="Times New Roman" panose="02020603050405020304" pitchFamily="18" charset="0"/>
              </a:rPr>
              <a:t>                            Bottom: 100cm</a:t>
            </a:r>
          </a:p>
          <a:p>
            <a:r>
              <a:rPr lang="en-US" sz="2800" dirty="0">
                <a:latin typeface="Times New Roman" panose="02020603050405020304" pitchFamily="18" charset="0"/>
                <a:cs typeface="Times New Roman" panose="02020603050405020304" pitchFamily="18" charset="0"/>
              </a:rPr>
              <a:t>                            Height: 45cm</a:t>
            </a:r>
          </a:p>
          <a:p>
            <a:r>
              <a:rPr lang="en-US" sz="2800" dirty="0">
                <a:latin typeface="Times New Roman" panose="02020603050405020304" pitchFamily="18" charset="0"/>
                <a:cs typeface="Times New Roman" panose="02020603050405020304" pitchFamily="18" charset="0"/>
              </a:rPr>
              <a:t>                            Path: 50cm</a:t>
            </a:r>
          </a:p>
          <a:p>
            <a:pPr marL="457200" indent="-4572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Loosen soil to a depth of </a:t>
            </a:r>
            <a:r>
              <a:rPr lang="en-US" sz="2800" b="1" dirty="0">
                <a:latin typeface="Times New Roman" panose="02020603050405020304" pitchFamily="18" charset="0"/>
                <a:cs typeface="Times New Roman" panose="02020603050405020304" pitchFamily="18" charset="0"/>
              </a:rPr>
              <a:t>45–60 cm deep</a:t>
            </a:r>
            <a:r>
              <a:rPr lang="en-US" sz="2800" dirty="0">
                <a:latin typeface="Times New Roman" panose="02020603050405020304" pitchFamily="18" charset="0"/>
                <a:cs typeface="Times New Roman" panose="02020603050405020304" pitchFamily="18" charset="0"/>
              </a:rPr>
              <a:t> so roots grow well.</a:t>
            </a:r>
          </a:p>
          <a:p>
            <a:pPr marL="342900" indent="-3429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Mix </a:t>
            </a:r>
            <a:r>
              <a:rPr lang="en-US" sz="2800" b="1" dirty="0">
                <a:latin typeface="Times New Roman" panose="02020603050405020304" pitchFamily="18" charset="0"/>
                <a:cs typeface="Times New Roman" panose="02020603050405020304" pitchFamily="18" charset="0"/>
              </a:rPr>
              <a:t>compost or cow dung manure</a:t>
            </a:r>
            <a:r>
              <a:rPr lang="en-US" sz="2800" dirty="0">
                <a:latin typeface="Times New Roman" panose="02020603050405020304" pitchFamily="18" charset="0"/>
                <a:cs typeface="Times New Roman" panose="02020603050405020304" pitchFamily="18" charset="0"/>
              </a:rPr>
              <a:t> to improve  soil.</a:t>
            </a:r>
          </a:p>
          <a:p>
            <a:endParaRPr lang="en-US" sz="2400" dirty="0">
              <a:latin typeface="Times New Roman" panose="02020603050405020304" pitchFamily="18" charset="0"/>
              <a:cs typeface="Times New Roman" panose="02020603050405020304" pitchFamily="18" charset="0"/>
            </a:endParaRPr>
          </a:p>
        </p:txBody>
      </p:sp>
      <p:pic>
        <p:nvPicPr>
          <p:cNvPr id="5124" name="Picture 4" descr="How to Divide a Bird of Paradise Plant: 12 Steps (with Pictures)">
            <a:extLst>
              <a:ext uri="{FF2B5EF4-FFF2-40B4-BE49-F238E27FC236}">
                <a16:creationId xmlns:a16="http://schemas.microsoft.com/office/drawing/2014/main" id="{9D33E630-EB01-E0DD-7C0D-38688FC7CF5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0845"/>
          <a:stretch>
            <a:fillRect/>
          </a:stretch>
        </p:blipFill>
        <p:spPr bwMode="auto">
          <a:xfrm>
            <a:off x="7861738" y="3429000"/>
            <a:ext cx="4154191" cy="3171497"/>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How to Grow Bird of Paradise: 15 Steps (with Pictures) - wikiHow">
            <a:extLst>
              <a:ext uri="{FF2B5EF4-FFF2-40B4-BE49-F238E27FC236}">
                <a16:creationId xmlns:a16="http://schemas.microsoft.com/office/drawing/2014/main" id="{9FD6E147-63A6-EA33-D30C-578DC1FCFE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61738" y="366623"/>
            <a:ext cx="4154191" cy="2864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72999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50000">
              <a:srgbClr val="80B828"/>
            </a:gs>
            <a:gs pos="0">
              <a:srgbClr val="00B050"/>
            </a:gs>
            <a:gs pos="100000">
              <a:srgbClr val="FFC000"/>
            </a:gs>
          </a:gsLst>
          <a:path path="circle">
            <a:fillToRect l="100000" t="100000"/>
          </a:path>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951159-11AC-934D-0533-B4F25946B2FD}"/>
              </a:ext>
            </a:extLst>
          </p:cNvPr>
          <p:cNvSpPr txBox="1"/>
          <p:nvPr/>
        </p:nvSpPr>
        <p:spPr>
          <a:xfrm>
            <a:off x="94593" y="0"/>
            <a:ext cx="7291697" cy="6678751"/>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5. PLANTING DISTANCE</a:t>
            </a:r>
            <a:endParaRPr lang="en-US" sz="3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Keep a gap of </a:t>
            </a:r>
            <a:r>
              <a:rPr lang="en-US" sz="2800" b="1" dirty="0">
                <a:latin typeface="Times New Roman" panose="02020603050405020304" pitchFamily="18" charset="0"/>
                <a:cs typeface="Times New Roman" panose="02020603050405020304" pitchFamily="18" charset="0"/>
              </a:rPr>
              <a:t>60 to 90 cm between plants (Plant to Plant).</a:t>
            </a:r>
          </a:p>
          <a:p>
            <a:pPr marL="457200" indent="-4572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Between rows, leave </a:t>
            </a:r>
            <a:r>
              <a:rPr lang="en-US" sz="2800" b="1" dirty="0">
                <a:latin typeface="Times New Roman" panose="02020603050405020304" pitchFamily="18" charset="0"/>
                <a:cs typeface="Times New Roman" panose="02020603050405020304" pitchFamily="18" charset="0"/>
              </a:rPr>
              <a:t>90 to 120 cm</a:t>
            </a:r>
            <a:r>
              <a:rPr lang="en-US" sz="2800" dirty="0">
                <a:latin typeface="Times New Roman" panose="02020603050405020304" pitchFamily="18" charset="0"/>
                <a:cs typeface="Times New Roman" panose="02020603050405020304" pitchFamily="18" charset="0"/>
              </a:rPr>
              <a:t> space </a:t>
            </a:r>
            <a:r>
              <a:rPr lang="en-US" sz="2800" b="1" dirty="0">
                <a:latin typeface="Times New Roman" panose="02020603050405020304" pitchFamily="18" charset="0"/>
                <a:cs typeface="Times New Roman" panose="02020603050405020304" pitchFamily="18" charset="0"/>
              </a:rPr>
              <a:t>(Row to Row).</a:t>
            </a:r>
          </a:p>
          <a:p>
            <a:pPr marL="457200" indent="-4572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Gives enough room for plant growth and air circulation.</a:t>
            </a:r>
          </a:p>
          <a:p>
            <a:pPr marL="457200" indent="-4572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It grows up to a height of </a:t>
            </a:r>
            <a:r>
              <a:rPr lang="en-US" sz="2800" b="1" dirty="0">
                <a:latin typeface="Times New Roman" panose="02020603050405020304" pitchFamily="18" charset="0"/>
                <a:cs typeface="Times New Roman" panose="02020603050405020304" pitchFamily="18" charset="0"/>
              </a:rPr>
              <a:t>90 cm</a:t>
            </a:r>
            <a:r>
              <a:rPr lang="en-US" dirty="0"/>
              <a:t>.</a:t>
            </a:r>
            <a:endParaRPr lang="en-US" sz="2800" b="1"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6. PLANTING MATERIAL</a:t>
            </a:r>
            <a:endParaRPr lang="en-US" sz="3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Can be grown by </a:t>
            </a:r>
            <a:r>
              <a:rPr lang="en-US" sz="2800" b="1" dirty="0">
                <a:latin typeface="Times New Roman" panose="02020603050405020304" pitchFamily="18" charset="0"/>
                <a:cs typeface="Times New Roman" panose="02020603050405020304" pitchFamily="18" charset="0"/>
              </a:rPr>
              <a:t>seeds</a:t>
            </a:r>
            <a:r>
              <a:rPr lang="en-US" sz="2800" dirty="0">
                <a:latin typeface="Times New Roman" panose="02020603050405020304" pitchFamily="18" charset="0"/>
                <a:cs typeface="Times New Roman" panose="02020603050405020304" pitchFamily="18" charset="0"/>
              </a:rPr>
              <a:t> or by dividing old plants (rhizomes).</a:t>
            </a:r>
          </a:p>
          <a:p>
            <a:pPr marL="457200" indent="-457200">
              <a:buFont typeface="Wingdings" panose="05000000000000000000" pitchFamily="2" charset="2"/>
              <a:buChar char="v"/>
            </a:pPr>
            <a:r>
              <a:rPr lang="en-IN" sz="2800" dirty="0">
                <a:latin typeface="Times New Roman" panose="02020603050405020304" pitchFamily="18" charset="0"/>
                <a:cs typeface="Times New Roman" panose="02020603050405020304" pitchFamily="18" charset="0"/>
              </a:rPr>
              <a:t>Nursery pots, Indoor planting : </a:t>
            </a:r>
            <a:r>
              <a:rPr lang="en-IN" sz="2800" b="1" dirty="0">
                <a:latin typeface="Times New Roman" panose="02020603050405020304" pitchFamily="18" charset="0"/>
                <a:cs typeface="Times New Roman" panose="02020603050405020304" pitchFamily="18" charset="0"/>
              </a:rPr>
              <a:t>Straight row </a:t>
            </a:r>
          </a:p>
          <a:p>
            <a:pPr marL="457200" indent="-457200">
              <a:buFont typeface="Wingdings" panose="05000000000000000000" pitchFamily="2" charset="2"/>
              <a:buChar char="v"/>
            </a:pPr>
            <a:r>
              <a:rPr lang="en-IN" sz="2800" dirty="0">
                <a:latin typeface="Times New Roman" panose="02020603050405020304" pitchFamily="18" charset="0"/>
                <a:cs typeface="Times New Roman" panose="02020603050405020304" pitchFamily="18" charset="0"/>
              </a:rPr>
              <a:t>Landscaping, ornamental garden, Farm/field cultivation: </a:t>
            </a:r>
            <a:r>
              <a:rPr lang="en-IN" sz="2800" b="1" dirty="0">
                <a:latin typeface="Times New Roman" panose="02020603050405020304" pitchFamily="18" charset="0"/>
                <a:cs typeface="Times New Roman" panose="02020603050405020304" pitchFamily="18" charset="0"/>
              </a:rPr>
              <a:t>Zigzag </a:t>
            </a:r>
          </a:p>
          <a:p>
            <a:pPr marL="457200" indent="-4572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Best time to plant: </a:t>
            </a:r>
            <a:r>
              <a:rPr lang="en-US" sz="2800" b="1" dirty="0">
                <a:latin typeface="Times New Roman" panose="02020603050405020304" pitchFamily="18" charset="0"/>
                <a:cs typeface="Times New Roman" panose="02020603050405020304" pitchFamily="18" charset="0"/>
              </a:rPr>
              <a:t>Spring season</a:t>
            </a:r>
            <a:r>
              <a:rPr lang="en-US" sz="2800" dirty="0">
                <a:latin typeface="Times New Roman" panose="02020603050405020304" pitchFamily="18" charset="0"/>
                <a:cs typeface="Times New Roman" panose="02020603050405020304" pitchFamily="18" charset="0"/>
              </a:rPr>
              <a:t>.</a:t>
            </a:r>
            <a:endParaRPr lang="en-IN" sz="2800" dirty="0">
              <a:latin typeface="Times New Roman" panose="02020603050405020304" pitchFamily="18" charset="0"/>
              <a:cs typeface="Times New Roman" panose="02020603050405020304" pitchFamily="18" charset="0"/>
            </a:endParaRPr>
          </a:p>
        </p:txBody>
      </p:sp>
      <p:pic>
        <p:nvPicPr>
          <p:cNvPr id="7170" name="Picture 2" descr="Birds of Paradise | Cainta Plant Nursery">
            <a:extLst>
              <a:ext uri="{FF2B5EF4-FFF2-40B4-BE49-F238E27FC236}">
                <a16:creationId xmlns:a16="http://schemas.microsoft.com/office/drawing/2014/main" id="{BD82B1CC-99DB-55B1-86BA-7DFA591859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6290" y="3429000"/>
            <a:ext cx="4591172" cy="332652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How to Grow Bird of Paradise: 15 Steps (with Pictures) - wikiHow">
            <a:extLst>
              <a:ext uri="{FF2B5EF4-FFF2-40B4-BE49-F238E27FC236}">
                <a16:creationId xmlns:a16="http://schemas.microsoft.com/office/drawing/2014/main" id="{8DC0B570-B100-DDEA-0BD3-8E32F3ECFD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6290" y="102476"/>
            <a:ext cx="4591172" cy="32348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89361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50000">
              <a:srgbClr val="80B828"/>
            </a:gs>
            <a:gs pos="0">
              <a:srgbClr val="00B050"/>
            </a:gs>
            <a:gs pos="100000">
              <a:srgbClr val="FFC000"/>
            </a:gs>
          </a:gsLst>
          <a:path path="circle">
            <a:fillToRect l="100000" t="100000"/>
          </a:path>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E557D4-4A2F-0A65-2529-E506FAE4B129}"/>
              </a:ext>
            </a:extLst>
          </p:cNvPr>
          <p:cNvSpPr txBox="1"/>
          <p:nvPr/>
        </p:nvSpPr>
        <p:spPr>
          <a:xfrm>
            <a:off x="983904" y="831335"/>
            <a:ext cx="7325032" cy="4770537"/>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7</a:t>
            </a:r>
            <a:r>
              <a:rPr lang="en-US" sz="3600" b="1" dirty="0"/>
              <a:t>. </a:t>
            </a:r>
            <a:r>
              <a:rPr lang="en-US" sz="3600" b="1" dirty="0">
                <a:latin typeface="Times New Roman" panose="02020603050405020304" pitchFamily="18" charset="0"/>
                <a:cs typeface="Times New Roman" panose="02020603050405020304" pitchFamily="18" charset="0"/>
              </a:rPr>
              <a:t>TYPES &amp; VARIETIES:</a:t>
            </a:r>
          </a:p>
          <a:p>
            <a:pPr marL="342900" indent="-342900">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The genus Strelitzia includes about five species. They are </a:t>
            </a:r>
            <a:r>
              <a:rPr lang="en-IN" sz="2400" dirty="0" err="1">
                <a:latin typeface="Times New Roman" panose="02020603050405020304" pitchFamily="18" charset="0"/>
                <a:cs typeface="Times New Roman" panose="02020603050405020304" pitchFamily="18" charset="0"/>
              </a:rPr>
              <a:t>Sterlitzia</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nugusta</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Sterlitzia</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reginae</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Sterlitzia</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kewensis</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Sterlitzia</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nicolai</a:t>
            </a:r>
            <a:r>
              <a:rPr lang="en-IN" sz="2400" dirty="0">
                <a:latin typeface="Times New Roman" panose="02020603050405020304" pitchFamily="18" charset="0"/>
                <a:cs typeface="Times New Roman" panose="02020603050405020304" pitchFamily="18" charset="0"/>
              </a:rPr>
              <a:t>, and </a:t>
            </a:r>
            <a:r>
              <a:rPr lang="en-IN" sz="2400" dirty="0" err="1">
                <a:latin typeface="Times New Roman" panose="02020603050405020304" pitchFamily="18" charset="0"/>
                <a:cs typeface="Times New Roman" panose="02020603050405020304" pitchFamily="18" charset="0"/>
              </a:rPr>
              <a:t>Sterlitzia</a:t>
            </a:r>
            <a:r>
              <a:rPr lang="en-IN" sz="2400" dirty="0">
                <a:latin typeface="Times New Roman" panose="02020603050405020304" pitchFamily="18" charset="0"/>
                <a:cs typeface="Times New Roman" panose="02020603050405020304" pitchFamily="18" charset="0"/>
              </a:rPr>
              <a:t> candida.</a:t>
            </a: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Strelitzia </a:t>
            </a:r>
            <a:r>
              <a:rPr lang="en-US" sz="2400" dirty="0" err="1">
                <a:latin typeface="Times New Roman" panose="02020603050405020304" pitchFamily="18" charset="0"/>
                <a:cs typeface="Times New Roman" panose="02020603050405020304" pitchFamily="18" charset="0"/>
              </a:rPr>
              <a:t>reginae</a:t>
            </a:r>
            <a:r>
              <a:rPr lang="en-US" sz="2400" dirty="0">
                <a:latin typeface="Times New Roman" panose="02020603050405020304" pitchFamily="18" charset="0"/>
                <a:cs typeface="Times New Roman" panose="02020603050405020304" pitchFamily="18" charset="0"/>
              </a:rPr>
              <a:t> is a very popular orange-flowered species and commonly known as the bird of paradise.</a:t>
            </a:r>
          </a:p>
          <a:p>
            <a:endParaRPr lang="en-US" sz="2400" dirty="0">
              <a:latin typeface="Times New Roman" panose="02020603050405020304" pitchFamily="18" charset="0"/>
              <a:cs typeface="Times New Roman" panose="02020603050405020304" pitchFamily="18" charset="0"/>
            </a:endParaRPr>
          </a:p>
          <a:p>
            <a:pPr marL="457200" indent="-457200">
              <a:buFont typeface="+mj-lt"/>
              <a:buAutoNum type="alphaLcPeriod"/>
            </a:pPr>
            <a:r>
              <a:rPr lang="en-US" sz="2400" b="1" dirty="0">
                <a:latin typeface="Times New Roman" panose="02020603050405020304" pitchFamily="18" charset="0"/>
                <a:cs typeface="Times New Roman" panose="02020603050405020304" pitchFamily="18" charset="0"/>
              </a:rPr>
              <a:t>Strelitzia </a:t>
            </a:r>
            <a:r>
              <a:rPr lang="en-US" sz="2400" b="1" dirty="0" err="1">
                <a:latin typeface="Times New Roman" panose="02020603050405020304" pitchFamily="18" charset="0"/>
                <a:cs typeface="Times New Roman" panose="02020603050405020304" pitchFamily="18" charset="0"/>
              </a:rPr>
              <a:t>reginae</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Orange and blue flower (most common).</a:t>
            </a:r>
          </a:p>
          <a:p>
            <a:pPr marL="457200" indent="-457200">
              <a:buFont typeface="+mj-lt"/>
              <a:buAutoNum type="alphaLcPeriod"/>
            </a:pPr>
            <a:r>
              <a:rPr lang="en-US" sz="2400" b="1" dirty="0">
                <a:latin typeface="Times New Roman" panose="02020603050405020304" pitchFamily="18" charset="0"/>
                <a:cs typeface="Times New Roman" panose="02020603050405020304" pitchFamily="18" charset="0"/>
              </a:rPr>
              <a:t>Strelitzia </a:t>
            </a:r>
            <a:r>
              <a:rPr lang="en-US" sz="2400" b="1" dirty="0" err="1">
                <a:latin typeface="Times New Roman" panose="02020603050405020304" pitchFamily="18" charset="0"/>
                <a:cs typeface="Times New Roman" panose="02020603050405020304" pitchFamily="18" charset="0"/>
              </a:rPr>
              <a:t>nicolai</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Larger plant with white and blue flowers (also called Giant Bird of Paradise).</a:t>
            </a:r>
          </a:p>
          <a:p>
            <a:endParaRPr lang="en-US" sz="2800" dirty="0">
              <a:latin typeface="Times New Roman" panose="02020603050405020304" pitchFamily="18" charset="0"/>
              <a:cs typeface="Times New Roman" panose="02020603050405020304" pitchFamily="18" charset="0"/>
            </a:endParaRPr>
          </a:p>
        </p:txBody>
      </p:sp>
      <p:pic>
        <p:nvPicPr>
          <p:cNvPr id="1026" name="Picture 2" descr="How to Grow and Care for Strelitzia nicolai | BBC Gardeners ...">
            <a:extLst>
              <a:ext uri="{FF2B5EF4-FFF2-40B4-BE49-F238E27FC236}">
                <a16:creationId xmlns:a16="http://schemas.microsoft.com/office/drawing/2014/main" id="{57F0C23F-3DB2-E38F-9116-91CF59C107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8866" y="3324004"/>
            <a:ext cx="3048000" cy="283169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2m birds of paradise/ Strelitzia reginae', For Garden, 6ft at ₹ 350/piece  in New Delhi">
            <a:extLst>
              <a:ext uri="{FF2B5EF4-FFF2-40B4-BE49-F238E27FC236}">
                <a16:creationId xmlns:a16="http://schemas.microsoft.com/office/drawing/2014/main" id="{943C6DFC-C21E-3EAD-2269-3F5FFDFA15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8866" y="196645"/>
            <a:ext cx="3048000" cy="2762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8447158"/>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50000">
              <a:srgbClr val="80B828"/>
            </a:gs>
            <a:gs pos="0">
              <a:srgbClr val="00B050"/>
            </a:gs>
            <a:gs pos="100000">
              <a:srgbClr val="FFC000"/>
            </a:gs>
          </a:gsLst>
          <a:path path="circle">
            <a:fillToRect l="100000" t="100000"/>
          </a:path>
        </a:gra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80BD604-A5E4-3B54-9164-846CC16A7D05}"/>
              </a:ext>
            </a:extLst>
          </p:cNvPr>
          <p:cNvSpPr txBox="1"/>
          <p:nvPr/>
        </p:nvSpPr>
        <p:spPr>
          <a:xfrm>
            <a:off x="1713186" y="2680138"/>
            <a:ext cx="184731" cy="369332"/>
          </a:xfrm>
          <a:prstGeom prst="rect">
            <a:avLst/>
          </a:prstGeom>
          <a:noFill/>
        </p:spPr>
        <p:txBody>
          <a:bodyPr wrap="none" rtlCol="0">
            <a:spAutoFit/>
          </a:bodyPr>
          <a:lstStyle/>
          <a:p>
            <a:endParaRPr lang="en-IN" dirty="0"/>
          </a:p>
        </p:txBody>
      </p:sp>
      <p:sp>
        <p:nvSpPr>
          <p:cNvPr id="6" name="TextBox 5">
            <a:extLst>
              <a:ext uri="{FF2B5EF4-FFF2-40B4-BE49-F238E27FC236}">
                <a16:creationId xmlns:a16="http://schemas.microsoft.com/office/drawing/2014/main" id="{799AF18D-1734-C38E-78FA-FF788DC8B55B}"/>
              </a:ext>
            </a:extLst>
          </p:cNvPr>
          <p:cNvSpPr txBox="1"/>
          <p:nvPr/>
        </p:nvSpPr>
        <p:spPr>
          <a:xfrm>
            <a:off x="399393" y="178676"/>
            <a:ext cx="8954814" cy="6863417"/>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8. Cultivation Method for Bird of Paradise:</a:t>
            </a:r>
          </a:p>
          <a:p>
            <a:pPr marL="514350" indent="-514350">
              <a:buFont typeface="+mj-lt"/>
              <a:buAutoNum type="arabicPeriod"/>
            </a:pPr>
            <a:r>
              <a:rPr lang="en-US" sz="3200" b="1" dirty="0">
                <a:latin typeface="Times New Roman" panose="02020603050405020304" pitchFamily="18" charset="0"/>
                <a:cs typeface="Times New Roman" panose="02020603050405020304" pitchFamily="18" charset="0"/>
              </a:rPr>
              <a:t>Site Selection:</a:t>
            </a:r>
          </a:p>
          <a:p>
            <a:pPr marL="457200" indent="-4572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Choose a </a:t>
            </a:r>
            <a:r>
              <a:rPr lang="en-US" sz="2400" b="1" dirty="0">
                <a:latin typeface="Times New Roman" panose="02020603050405020304" pitchFamily="18" charset="0"/>
                <a:cs typeface="Times New Roman" panose="02020603050405020304" pitchFamily="18" charset="0"/>
              </a:rPr>
              <a:t>sunny, frost-free location</a:t>
            </a:r>
            <a:r>
              <a:rPr lang="en-US" sz="2400" dirty="0">
                <a:latin typeface="Times New Roman" panose="02020603050405020304" pitchFamily="18" charset="0"/>
                <a:cs typeface="Times New Roman" panose="02020603050405020304" pitchFamily="18" charset="0"/>
              </a:rPr>
              <a:t>.</a:t>
            </a:r>
          </a:p>
          <a:p>
            <a:pPr marL="457200" indent="-4572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Protect the plant from </a:t>
            </a:r>
            <a:r>
              <a:rPr lang="en-US" sz="2400" b="1" dirty="0">
                <a:latin typeface="Times New Roman" panose="02020603050405020304" pitchFamily="18" charset="0"/>
                <a:cs typeface="Times New Roman" panose="02020603050405020304" pitchFamily="18" charset="0"/>
              </a:rPr>
              <a:t>strong winds</a:t>
            </a:r>
            <a:r>
              <a:rPr lang="en-US" sz="2400" dirty="0">
                <a:latin typeface="Times New Roman" panose="02020603050405020304" pitchFamily="18" charset="0"/>
                <a:cs typeface="Times New Roman" panose="02020603050405020304" pitchFamily="18" charset="0"/>
              </a:rPr>
              <a:t>.</a:t>
            </a:r>
          </a:p>
          <a:p>
            <a:pPr marL="457200" indent="-4572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Ideal temperature: </a:t>
            </a:r>
            <a:r>
              <a:rPr lang="en-US" sz="2400" b="1" dirty="0">
                <a:latin typeface="Times New Roman" panose="02020603050405020304" pitchFamily="18" charset="0"/>
                <a:cs typeface="Times New Roman" panose="02020603050405020304" pitchFamily="18" charset="0"/>
              </a:rPr>
              <a:t>15°C to 30°C</a:t>
            </a:r>
            <a:r>
              <a:rPr lang="en-US" sz="2400" dirty="0">
                <a:latin typeface="Times New Roman" panose="02020603050405020304" pitchFamily="18" charset="0"/>
                <a:cs typeface="Times New Roman" panose="02020603050405020304" pitchFamily="18" charset="0"/>
              </a:rPr>
              <a:t>.</a:t>
            </a:r>
          </a:p>
          <a:p>
            <a:endParaRPr lang="en-US" sz="2800"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2.</a:t>
            </a:r>
            <a:r>
              <a:rPr lang="en-US" sz="3600" b="1"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Soil Preparation:</a:t>
            </a:r>
          </a:p>
          <a:p>
            <a:r>
              <a:rPr lang="en-US" sz="2400" dirty="0">
                <a:latin typeface="Times New Roman" panose="02020603050405020304" pitchFamily="18" charset="0"/>
                <a:cs typeface="Times New Roman" panose="02020603050405020304" pitchFamily="18" charset="0"/>
              </a:rPr>
              <a:t>Recommended mix:</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1 part garden soil + 1 part compost + 1 part sand</a:t>
            </a:r>
            <a:r>
              <a:rPr lang="en-US" sz="2400" dirty="0">
                <a:latin typeface="Times New Roman" panose="02020603050405020304" pitchFamily="18" charset="0"/>
                <a:cs typeface="Times New Roman" panose="02020603050405020304" pitchFamily="18" charset="0"/>
              </a:rPr>
              <a:t>.</a:t>
            </a:r>
          </a:p>
          <a:p>
            <a:endParaRPr lang="en-US" sz="2800"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3. Propagation</a:t>
            </a:r>
          </a:p>
          <a:p>
            <a:r>
              <a:rPr lang="en-US" sz="2400" dirty="0">
                <a:latin typeface="Times New Roman" panose="02020603050405020304" pitchFamily="18" charset="0"/>
                <a:cs typeface="Times New Roman" panose="02020603050405020304" pitchFamily="18" charset="0"/>
              </a:rPr>
              <a:t>You can propagate the plant by:</a:t>
            </a:r>
          </a:p>
          <a:p>
            <a:pPr marL="514350" indent="-514350">
              <a:buFont typeface="+mj-lt"/>
              <a:buAutoNum type="romanUcPeriod"/>
            </a:pPr>
            <a:r>
              <a:rPr lang="en-US" sz="2400" b="1" dirty="0">
                <a:latin typeface="Times New Roman" panose="02020603050405020304" pitchFamily="18" charset="0"/>
                <a:cs typeface="Times New Roman" panose="02020603050405020304" pitchFamily="18" charset="0"/>
              </a:rPr>
              <a:t>Division</a:t>
            </a:r>
            <a:r>
              <a:rPr lang="en-US" sz="2400" dirty="0">
                <a:latin typeface="Times New Roman" panose="02020603050405020304" pitchFamily="18" charset="0"/>
                <a:cs typeface="Times New Roman" panose="02020603050405020304" pitchFamily="18" charset="0"/>
              </a:rPr>
              <a:t>: Separate rhizomes from a mature plant (3–4 years old).</a:t>
            </a:r>
          </a:p>
          <a:p>
            <a:pPr marL="514350" indent="-514350">
              <a:buFont typeface="+mj-lt"/>
              <a:buAutoNum type="romanUcPeriod"/>
            </a:pPr>
            <a:r>
              <a:rPr lang="en-US" sz="2400" b="1" dirty="0">
                <a:latin typeface="Times New Roman" panose="02020603050405020304" pitchFamily="18" charset="0"/>
                <a:cs typeface="Times New Roman" panose="02020603050405020304" pitchFamily="18" charset="0"/>
              </a:rPr>
              <a:t>Seeds</a:t>
            </a:r>
            <a:r>
              <a:rPr lang="en-US" sz="2400" dirty="0">
                <a:latin typeface="Times New Roman" panose="02020603050405020304" pitchFamily="18" charset="0"/>
                <a:cs typeface="Times New Roman" panose="02020603050405020304" pitchFamily="18" charset="0"/>
              </a:rPr>
              <a:t>: Scarify and soak seeds for 24–48 hours. Sow in moist seed-starting mix.</a:t>
            </a:r>
            <a:endParaRPr lang="en-US" sz="3200" dirty="0"/>
          </a:p>
          <a:p>
            <a:endParaRPr lang="en-IN" sz="3200" b="1" dirty="0">
              <a:latin typeface="Times New Roman" panose="02020603050405020304" pitchFamily="18" charset="0"/>
              <a:cs typeface="Times New Roman" panose="02020603050405020304" pitchFamily="18" charset="0"/>
            </a:endParaRPr>
          </a:p>
        </p:txBody>
      </p:sp>
      <p:pic>
        <p:nvPicPr>
          <p:cNvPr id="8198" name="Picture 6" descr="teakandterracotta.com/bi...">
            <a:extLst>
              <a:ext uri="{FF2B5EF4-FFF2-40B4-BE49-F238E27FC236}">
                <a16:creationId xmlns:a16="http://schemas.microsoft.com/office/drawing/2014/main" id="{D409EA26-D352-CAD7-4F7D-F01B2B9D4C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80234" y="1158764"/>
            <a:ext cx="2775532" cy="2270236"/>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How to Divide a Bird of Paradise Plant: 12 Steps (with Pictures)">
            <a:extLst>
              <a:ext uri="{FF2B5EF4-FFF2-40B4-BE49-F238E27FC236}">
                <a16:creationId xmlns:a16="http://schemas.microsoft.com/office/drawing/2014/main" id="{9C03AD1F-9225-6C0B-1E3C-EA564C2530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7324" y="1158764"/>
            <a:ext cx="2585546" cy="2270236"/>
          </a:xfrm>
          <a:prstGeom prst="rect">
            <a:avLst/>
          </a:prstGeom>
          <a:noFill/>
          <a:extLst>
            <a:ext uri="{909E8E84-426E-40DD-AFC4-6F175D3DCCD1}">
              <a14:hiddenFill xmlns:a14="http://schemas.microsoft.com/office/drawing/2010/main">
                <a:solidFill>
                  <a:srgbClr val="FFFFFF"/>
                </a:solidFill>
              </a14:hiddenFill>
            </a:ext>
          </a:extLst>
        </p:spPr>
      </p:pic>
      <p:sp>
        <p:nvSpPr>
          <p:cNvPr id="7" name="Arrow: Right 6">
            <a:extLst>
              <a:ext uri="{FF2B5EF4-FFF2-40B4-BE49-F238E27FC236}">
                <a16:creationId xmlns:a16="http://schemas.microsoft.com/office/drawing/2014/main" id="{5BE2501A-5098-970D-D991-A78CFFFAFBB5}"/>
              </a:ext>
            </a:extLst>
          </p:cNvPr>
          <p:cNvSpPr/>
          <p:nvPr/>
        </p:nvSpPr>
        <p:spPr>
          <a:xfrm>
            <a:off x="8576442" y="2184837"/>
            <a:ext cx="630220" cy="21809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202" name="Picture 10" descr="Figure 3. Propagating bird-of-paradise from seeds take patience and persistence.">
            <a:extLst>
              <a:ext uri="{FF2B5EF4-FFF2-40B4-BE49-F238E27FC236}">
                <a16:creationId xmlns:a16="http://schemas.microsoft.com/office/drawing/2014/main" id="{1F724B72-EE4A-195A-E5F9-C46D7D782D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17221" y="4044344"/>
            <a:ext cx="2775532" cy="2403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658263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50000">
              <a:srgbClr val="80B828"/>
            </a:gs>
            <a:gs pos="0">
              <a:srgbClr val="00B050"/>
            </a:gs>
            <a:gs pos="100000">
              <a:srgbClr val="FFC000"/>
            </a:gs>
          </a:gsLst>
          <a:path path="circle">
            <a:fillToRect l="100000" t="100000"/>
          </a:path>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BF130F8-3AD0-2866-1D54-1AF7FF007C7E}"/>
              </a:ext>
            </a:extLst>
          </p:cNvPr>
          <p:cNvSpPr txBox="1"/>
          <p:nvPr/>
        </p:nvSpPr>
        <p:spPr>
          <a:xfrm>
            <a:off x="136634" y="157654"/>
            <a:ext cx="7031421" cy="5816977"/>
          </a:xfrm>
          <a:prstGeom prst="rect">
            <a:avLst/>
          </a:prstGeom>
          <a:noFill/>
        </p:spPr>
        <p:txBody>
          <a:bodyPr wrap="square">
            <a:spAutoFit/>
          </a:bodyPr>
          <a:lstStyle/>
          <a:p>
            <a:pPr>
              <a:buNone/>
            </a:pPr>
            <a:r>
              <a:rPr lang="en-US" sz="3200" b="1" dirty="0">
                <a:latin typeface="Times New Roman" panose="02020603050405020304" pitchFamily="18" charset="0"/>
                <a:cs typeface="Times New Roman" panose="02020603050405020304" pitchFamily="18" charset="0"/>
              </a:rPr>
              <a:t>4. Planting:</a:t>
            </a:r>
          </a:p>
          <a:p>
            <a:pPr marL="457200" indent="-457200">
              <a:buFont typeface="Wingdings" panose="05000000000000000000" pitchFamily="2" charset="2"/>
              <a:buChar char="v"/>
            </a:pPr>
            <a:r>
              <a:rPr lang="en-US" sz="2800" b="1" dirty="0">
                <a:latin typeface="Times New Roman" panose="02020603050405020304" pitchFamily="18" charset="0"/>
                <a:cs typeface="Times New Roman" panose="02020603050405020304" pitchFamily="18" charset="0"/>
              </a:rPr>
              <a:t>Spacing</a:t>
            </a:r>
            <a:r>
              <a:rPr lang="en-US" sz="2800" dirty="0">
                <a:latin typeface="Times New Roman" panose="02020603050405020304" pitchFamily="18" charset="0"/>
                <a:cs typeface="Times New Roman" panose="02020603050405020304" pitchFamily="18" charset="0"/>
              </a:rPr>
              <a:t>: Keep </a:t>
            </a:r>
            <a:r>
              <a:rPr lang="en-US" sz="2800" b="1" dirty="0">
                <a:latin typeface="Times New Roman" panose="02020603050405020304" pitchFamily="18" charset="0"/>
                <a:cs typeface="Times New Roman" panose="02020603050405020304" pitchFamily="18" charset="0"/>
              </a:rPr>
              <a:t>1 to 1.5 meters</a:t>
            </a:r>
            <a:r>
              <a:rPr lang="en-US" sz="2800" dirty="0">
                <a:latin typeface="Times New Roman" panose="02020603050405020304" pitchFamily="18" charset="0"/>
                <a:cs typeface="Times New Roman" panose="02020603050405020304" pitchFamily="18" charset="0"/>
              </a:rPr>
              <a:t> between plants.</a:t>
            </a:r>
          </a:p>
          <a:p>
            <a:pPr marL="457200" indent="-4572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Place rhizomes </a:t>
            </a:r>
            <a:r>
              <a:rPr lang="en-US" sz="2800" b="1" dirty="0">
                <a:latin typeface="Times New Roman" panose="02020603050405020304" pitchFamily="18" charset="0"/>
                <a:cs typeface="Times New Roman" panose="02020603050405020304" pitchFamily="18" charset="0"/>
              </a:rPr>
              <a:t>at soil surface level</a:t>
            </a:r>
            <a:r>
              <a:rPr lang="en-US" sz="2800" dirty="0">
                <a:latin typeface="Times New Roman" panose="02020603050405020304" pitchFamily="18" charset="0"/>
                <a:cs typeface="Times New Roman" panose="02020603050405020304" pitchFamily="18" charset="0"/>
              </a:rPr>
              <a:t>.</a:t>
            </a:r>
          </a:p>
          <a:p>
            <a:pPr marL="457200" indent="-4572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Water gently after planting.</a:t>
            </a:r>
          </a:p>
          <a:p>
            <a:pPr>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5. Watering:</a:t>
            </a:r>
          </a:p>
          <a:p>
            <a:pPr marL="457200" indent="-4572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Keep soil </a:t>
            </a:r>
            <a:r>
              <a:rPr lang="en-US" sz="2800" b="1" dirty="0">
                <a:latin typeface="Times New Roman" panose="02020603050405020304" pitchFamily="18" charset="0"/>
                <a:cs typeface="Times New Roman" panose="02020603050405020304" pitchFamily="18" charset="0"/>
              </a:rPr>
              <a:t>consistently moist</a:t>
            </a:r>
            <a:r>
              <a:rPr lang="en-US" sz="2800" dirty="0">
                <a:latin typeface="Times New Roman" panose="02020603050405020304" pitchFamily="18" charset="0"/>
                <a:cs typeface="Times New Roman" panose="02020603050405020304" pitchFamily="18" charset="0"/>
              </a:rPr>
              <a:t>, but </a:t>
            </a:r>
            <a:r>
              <a:rPr lang="en-US" sz="2800" b="1" dirty="0">
                <a:latin typeface="Times New Roman" panose="02020603050405020304" pitchFamily="18" charset="0"/>
                <a:cs typeface="Times New Roman" panose="02020603050405020304" pitchFamily="18" charset="0"/>
              </a:rPr>
              <a:t>not waterlogged</a:t>
            </a:r>
            <a:r>
              <a:rPr lang="en-US" sz="2800" dirty="0">
                <a:latin typeface="Times New Roman" panose="02020603050405020304" pitchFamily="18" charset="0"/>
                <a:cs typeface="Times New Roman" panose="02020603050405020304" pitchFamily="18" charset="0"/>
              </a:rPr>
              <a:t>.</a:t>
            </a:r>
          </a:p>
          <a:p>
            <a:pPr marL="457200" indent="-4572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Let the surface dry slightly between waterings.</a:t>
            </a:r>
          </a:p>
          <a:p>
            <a:pPr marL="457200" indent="-4572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More water required in summer; reduce watering during </a:t>
            </a:r>
            <a:r>
              <a:rPr lang="en-US" sz="2800" b="1" dirty="0">
                <a:latin typeface="Times New Roman" panose="02020603050405020304" pitchFamily="18" charset="0"/>
                <a:cs typeface="Times New Roman" panose="02020603050405020304" pitchFamily="18" charset="0"/>
              </a:rPr>
              <a:t>winter dormancy</a:t>
            </a:r>
            <a:endParaRPr lang="en-US" sz="2800" dirty="0">
              <a:latin typeface="Times New Roman" panose="02020603050405020304" pitchFamily="18" charset="0"/>
              <a:cs typeface="Times New Roman" panose="02020603050405020304" pitchFamily="18" charset="0"/>
            </a:endParaRPr>
          </a:p>
        </p:txBody>
      </p:sp>
      <p:pic>
        <p:nvPicPr>
          <p:cNvPr id="10242" name="Picture 2" descr="How to Grow Bird of Paradise: 15 Steps (with Pictures) - wikiHow">
            <a:extLst>
              <a:ext uri="{FF2B5EF4-FFF2-40B4-BE49-F238E27FC236}">
                <a16:creationId xmlns:a16="http://schemas.microsoft.com/office/drawing/2014/main" id="{315B9EA1-462F-24C6-3320-EFFC443EC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6705"/>
          <a:stretch>
            <a:fillRect/>
          </a:stretch>
        </p:blipFill>
        <p:spPr bwMode="auto">
          <a:xfrm>
            <a:off x="7168055" y="1500953"/>
            <a:ext cx="4744763" cy="37647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556575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50000">
              <a:srgbClr val="80B828"/>
            </a:gs>
            <a:gs pos="0">
              <a:srgbClr val="00B050"/>
            </a:gs>
            <a:gs pos="100000">
              <a:srgbClr val="FFC000"/>
            </a:gs>
          </a:gsLst>
          <a:path path="circle">
            <a:fillToRect l="100000" t="100000"/>
          </a:path>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B8EDF8C-A10D-36F5-8B6F-A640C4DF0BDB}"/>
              </a:ext>
            </a:extLst>
          </p:cNvPr>
          <p:cNvSpPr txBox="1"/>
          <p:nvPr/>
        </p:nvSpPr>
        <p:spPr>
          <a:xfrm>
            <a:off x="341905" y="985466"/>
            <a:ext cx="6279613" cy="4462760"/>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6. MANURE &amp; FERTILIZERS:</a:t>
            </a:r>
            <a:endParaRPr lang="en-US" sz="3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Basal dose: Mix </a:t>
            </a:r>
            <a:r>
              <a:rPr lang="en-US" sz="2800" b="1" dirty="0">
                <a:latin typeface="Times New Roman" panose="02020603050405020304" pitchFamily="18" charset="0"/>
                <a:cs typeface="Times New Roman" panose="02020603050405020304" pitchFamily="18" charset="0"/>
              </a:rPr>
              <a:t>10–15 kg of cow dung (FYM)</a:t>
            </a:r>
            <a:r>
              <a:rPr lang="en-US" sz="2800" dirty="0">
                <a:latin typeface="Times New Roman" panose="02020603050405020304" pitchFamily="18" charset="0"/>
                <a:cs typeface="Times New Roman" panose="02020603050405020304" pitchFamily="18" charset="0"/>
              </a:rPr>
              <a:t> at planting. </a:t>
            </a:r>
          </a:p>
          <a:p>
            <a:pPr marL="457200" indent="-4572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Use </a:t>
            </a:r>
            <a:r>
              <a:rPr lang="en-US" sz="2800" b="1" dirty="0">
                <a:latin typeface="Times New Roman" panose="02020603050405020304" pitchFamily="18" charset="0"/>
                <a:cs typeface="Times New Roman" panose="02020603050405020304" pitchFamily="18" charset="0"/>
              </a:rPr>
              <a:t>NPK fertilizer</a:t>
            </a:r>
            <a:r>
              <a:rPr lang="en-US" sz="2800" dirty="0">
                <a:latin typeface="Times New Roman" panose="02020603050405020304" pitchFamily="18" charset="0"/>
                <a:cs typeface="Times New Roman" panose="02020603050405020304" pitchFamily="18" charset="0"/>
              </a:rPr>
              <a:t> in the ratio 10:10:10 every 6–8 weeks for active growth.</a:t>
            </a:r>
          </a:p>
          <a:p>
            <a:pPr marL="457200" indent="-4572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Micronutrients (Mg, Fe) can be added for vibrant foliage, </a:t>
            </a:r>
            <a:r>
              <a:rPr lang="en-IN" sz="2800" dirty="0">
                <a:latin typeface="Times New Roman" panose="02020603050405020304" pitchFamily="18" charset="0"/>
                <a:cs typeface="Times New Roman" panose="02020603050405020304" pitchFamily="18" charset="0"/>
              </a:rPr>
              <a:t>help in healthy leaves , better leaf colour.</a:t>
            </a:r>
          </a:p>
          <a:p>
            <a:endParaRPr lang="en-IN" sz="2800" dirty="0">
              <a:latin typeface="Times New Roman" panose="02020603050405020304" pitchFamily="18" charset="0"/>
              <a:cs typeface="Times New Roman" panose="02020603050405020304" pitchFamily="18" charset="0"/>
            </a:endParaRPr>
          </a:p>
        </p:txBody>
      </p:sp>
      <p:pic>
        <p:nvPicPr>
          <p:cNvPr id="6" name="Picture 2" descr="How to Grow Bird of Paradise: 15 Steps (with Pictures) - wikiHow">
            <a:extLst>
              <a:ext uri="{FF2B5EF4-FFF2-40B4-BE49-F238E27FC236}">
                <a16:creationId xmlns:a16="http://schemas.microsoft.com/office/drawing/2014/main" id="{7155F7BE-A2D3-B96C-347F-49EC8D88E7E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243"/>
          <a:stretch>
            <a:fillRect/>
          </a:stretch>
        </p:blipFill>
        <p:spPr bwMode="auto">
          <a:xfrm>
            <a:off x="6926317" y="985466"/>
            <a:ext cx="5070923" cy="4645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712767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50000">
              <a:srgbClr val="80B828"/>
            </a:gs>
            <a:gs pos="0">
              <a:srgbClr val="00B050"/>
            </a:gs>
            <a:gs pos="100000">
              <a:srgbClr val="FFC000"/>
            </a:gs>
          </a:gsLst>
          <a:path path="circle">
            <a:fillToRect l="100000" t="100000"/>
          </a:path>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32AD8A-C730-281D-8881-16663CC38909}"/>
              </a:ext>
            </a:extLst>
          </p:cNvPr>
          <p:cNvSpPr txBox="1"/>
          <p:nvPr/>
        </p:nvSpPr>
        <p:spPr>
          <a:xfrm>
            <a:off x="157655" y="896007"/>
            <a:ext cx="5633545" cy="4893647"/>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7. PEST &amp; DISEASES:</a:t>
            </a:r>
            <a:endParaRPr lang="en-US" sz="3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800" b="1" dirty="0">
                <a:latin typeface="Times New Roman" panose="02020603050405020304" pitchFamily="18" charset="0"/>
                <a:cs typeface="Times New Roman" panose="02020603050405020304" pitchFamily="18" charset="0"/>
              </a:rPr>
              <a:t>Diseases:</a:t>
            </a:r>
            <a:r>
              <a:rPr lang="en-US" sz="2800" dirty="0">
                <a:latin typeface="Times New Roman" panose="02020603050405020304" pitchFamily="18" charset="0"/>
                <a:cs typeface="Times New Roman" panose="02020603050405020304" pitchFamily="18" charset="0"/>
              </a:rPr>
              <a:t> Root rot (due to poor drainage), f</a:t>
            </a:r>
            <a:r>
              <a:rPr lang="en-IN" sz="2800" dirty="0" err="1">
                <a:latin typeface="Times New Roman" panose="02020603050405020304" pitchFamily="18" charset="0"/>
                <a:cs typeface="Times New Roman" panose="02020603050405020304" pitchFamily="18" charset="0"/>
              </a:rPr>
              <a:t>ungal</a:t>
            </a:r>
            <a:r>
              <a:rPr lang="en-IN" sz="2800" dirty="0">
                <a:latin typeface="Times New Roman" panose="02020603050405020304" pitchFamily="18" charset="0"/>
                <a:cs typeface="Times New Roman" panose="02020603050405020304" pitchFamily="18" charset="0"/>
              </a:rPr>
              <a:t> spots on leaves</a:t>
            </a:r>
            <a:r>
              <a:rPr lang="en-IN" sz="2800" dirty="0"/>
              <a:t>, </a:t>
            </a:r>
            <a:r>
              <a:rPr lang="en-IN" sz="2800" dirty="0">
                <a:latin typeface="Times New Roman" panose="02020603050405020304" pitchFamily="18" charset="0"/>
                <a:cs typeface="Times New Roman" panose="02020603050405020304" pitchFamily="18" charset="0"/>
              </a:rPr>
              <a:t>Powdery Mildew, Bacterial Leaf Spot.</a:t>
            </a:r>
          </a:p>
          <a:p>
            <a:pPr marL="457200" indent="-457200">
              <a:buFont typeface="Wingdings" panose="05000000000000000000" pitchFamily="2" charset="2"/>
              <a:buChar char="v"/>
            </a:pPr>
            <a:r>
              <a:rPr lang="en-US" sz="2800" b="1" dirty="0">
                <a:latin typeface="Times New Roman" panose="02020603050405020304" pitchFamily="18" charset="0"/>
                <a:cs typeface="Times New Roman" panose="02020603050405020304" pitchFamily="18" charset="0"/>
              </a:rPr>
              <a:t>Pests:</a:t>
            </a:r>
            <a:r>
              <a:rPr lang="en-US" sz="2800" dirty="0">
                <a:latin typeface="Times New Roman" panose="02020603050405020304" pitchFamily="18" charset="0"/>
                <a:cs typeface="Times New Roman" panose="02020603050405020304" pitchFamily="18" charset="0"/>
              </a:rPr>
              <a:t> Mealybugs, spider mites, aphids, </a:t>
            </a:r>
            <a:r>
              <a:rPr lang="en-IN" sz="2800" dirty="0">
                <a:latin typeface="Times New Roman" panose="02020603050405020304" pitchFamily="18" charset="0"/>
                <a:cs typeface="Times New Roman" panose="02020603050405020304" pitchFamily="18" charset="0"/>
              </a:rPr>
              <a:t>Scale Insects.</a:t>
            </a:r>
          </a:p>
          <a:p>
            <a:pPr marL="457200" indent="-457200">
              <a:buFont typeface="Wingdings" panose="05000000000000000000" pitchFamily="2" charset="2"/>
              <a:buChar char="v"/>
            </a:pPr>
            <a:r>
              <a:rPr lang="en-IN" sz="2800" b="1" dirty="0">
                <a:latin typeface="Times New Roman" panose="02020603050405020304" pitchFamily="18" charset="0"/>
                <a:cs typeface="Times New Roman" panose="02020603050405020304" pitchFamily="18" charset="0"/>
              </a:rPr>
              <a:t>Pathogens: </a:t>
            </a:r>
            <a:r>
              <a:rPr lang="en-IN" sz="2800" i="1" dirty="0">
                <a:latin typeface="Times New Roman" panose="02020603050405020304" pitchFamily="18" charset="0"/>
                <a:cs typeface="Times New Roman" panose="02020603050405020304" pitchFamily="18" charset="0"/>
              </a:rPr>
              <a:t>Xanthomonas</a:t>
            </a:r>
            <a:r>
              <a:rPr lang="en-IN" sz="2800" dirty="0">
                <a:latin typeface="Times New Roman" panose="02020603050405020304" pitchFamily="18" charset="0"/>
                <a:cs typeface="Times New Roman" panose="02020603050405020304" pitchFamily="18" charset="0"/>
              </a:rPr>
              <a:t> spp.</a:t>
            </a:r>
            <a:endParaRPr lang="en-US" sz="28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800" b="1" dirty="0">
                <a:latin typeface="Times New Roman" panose="02020603050405020304" pitchFamily="18" charset="0"/>
                <a:cs typeface="Times New Roman" panose="02020603050405020304" pitchFamily="18" charset="0"/>
              </a:rPr>
              <a:t>Control:</a:t>
            </a:r>
            <a:r>
              <a:rPr lang="en-US" sz="2800" dirty="0">
                <a:latin typeface="Times New Roman" panose="02020603050405020304" pitchFamily="18" charset="0"/>
                <a:cs typeface="Times New Roman" panose="02020603050405020304" pitchFamily="18" charset="0"/>
              </a:rPr>
              <a:t> Use neem oil or use mild pesticides if needed. Maintain hygiene and airflow</a:t>
            </a:r>
            <a:r>
              <a:rPr lang="en-IN" sz="2800" dirty="0">
                <a:latin typeface="Times New Roman" panose="02020603050405020304" pitchFamily="18" charset="0"/>
                <a:cs typeface="Times New Roman" panose="02020603050405020304" pitchFamily="18" charset="0"/>
              </a:rPr>
              <a:t>.</a:t>
            </a:r>
          </a:p>
        </p:txBody>
      </p:sp>
      <p:pic>
        <p:nvPicPr>
          <p:cNvPr id="13314" name="Picture 2" descr="Mealy Bugs: How To Get Rid Of Mealybugs [CONTROL GUIDE]">
            <a:extLst>
              <a:ext uri="{FF2B5EF4-FFF2-40B4-BE49-F238E27FC236}">
                <a16:creationId xmlns:a16="http://schemas.microsoft.com/office/drawing/2014/main" id="{94A22131-7AD7-EB0D-9360-C7323C0D6E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8152" y="420413"/>
            <a:ext cx="4918842" cy="3184963"/>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Canna Leaf Rollers Are the Bugs Eating Your Cannas - Birds and Blooms">
            <a:extLst>
              <a:ext uri="{FF2B5EF4-FFF2-40B4-BE49-F238E27FC236}">
                <a16:creationId xmlns:a16="http://schemas.microsoft.com/office/drawing/2014/main" id="{43833515-B061-2771-49B6-20AC498A24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8153" y="3777640"/>
            <a:ext cx="4918842" cy="2880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581570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50000">
              <a:srgbClr val="80B828"/>
            </a:gs>
            <a:gs pos="0">
              <a:srgbClr val="00B050"/>
            </a:gs>
            <a:gs pos="100000">
              <a:srgbClr val="FFC000"/>
            </a:gs>
          </a:gsLst>
          <a:path path="circle">
            <a:fillToRect l="100000" t="100000"/>
          </a:path>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58D2A4-38DF-C3BC-56A2-06E88B9EFFF8}"/>
              </a:ext>
            </a:extLst>
          </p:cNvPr>
          <p:cNvSpPr txBox="1"/>
          <p:nvPr/>
        </p:nvSpPr>
        <p:spPr>
          <a:xfrm>
            <a:off x="0" y="0"/>
            <a:ext cx="8071329" cy="7171194"/>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8. HARVESTING</a:t>
            </a:r>
            <a:endParaRPr lang="en-US" sz="3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Flowers are harvested (Cut) when the first petal begins to open.</a:t>
            </a:r>
          </a:p>
          <a:p>
            <a:pPr marL="457200" indent="-4572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A healthy plant can give </a:t>
            </a:r>
            <a:r>
              <a:rPr lang="en-US" sz="2800" b="1" dirty="0">
                <a:latin typeface="Times New Roman" panose="02020603050405020304" pitchFamily="18" charset="0"/>
                <a:cs typeface="Times New Roman" panose="02020603050405020304" pitchFamily="18" charset="0"/>
              </a:rPr>
              <a:t>12 to 36 flowers per year</a:t>
            </a:r>
            <a:r>
              <a:rPr lang="en-US" sz="2800" dirty="0">
                <a:latin typeface="Times New Roman" panose="02020603050405020304" pitchFamily="18" charset="0"/>
                <a:cs typeface="Times New Roman" panose="02020603050405020304" pitchFamily="18" charset="0"/>
              </a:rPr>
              <a:t>, but it takes </a:t>
            </a:r>
            <a:r>
              <a:rPr lang="en-US" sz="2800" b="1" dirty="0">
                <a:latin typeface="Times New Roman" panose="02020603050405020304" pitchFamily="18" charset="0"/>
                <a:cs typeface="Times New Roman" panose="02020603050405020304" pitchFamily="18" charset="0"/>
              </a:rPr>
              <a:t>3–5 years</a:t>
            </a:r>
            <a:r>
              <a:rPr lang="en-US" sz="2800" dirty="0">
                <a:latin typeface="Times New Roman" panose="02020603050405020304" pitchFamily="18" charset="0"/>
                <a:cs typeface="Times New Roman" panose="02020603050405020304" pitchFamily="18" charset="0"/>
              </a:rPr>
              <a:t> to start flowering properly.</a:t>
            </a:r>
          </a:p>
          <a:p>
            <a:pPr marL="457200" indent="-4572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Flowers last a long time and are good for decoration.</a:t>
            </a:r>
          </a:p>
          <a:p>
            <a:endParaRPr lang="en-US" sz="2800"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9. CULTIVATION  AREAS:</a:t>
            </a:r>
          </a:p>
          <a:p>
            <a:r>
              <a:rPr lang="en-IN" sz="2800" dirty="0">
                <a:latin typeface="Times New Roman" panose="02020603050405020304" pitchFamily="18" charset="0"/>
                <a:cs typeface="Times New Roman" panose="02020603050405020304" pitchFamily="18" charset="0"/>
              </a:rPr>
              <a:t>In India, Bird of Paradise is grown in sub-temperate and sub-tropical regions like Himachal Pradesh, </a:t>
            </a:r>
            <a:r>
              <a:rPr lang="en-IN" sz="2800" dirty="0" err="1">
                <a:latin typeface="Times New Roman" panose="02020603050405020304" pitchFamily="18" charset="0"/>
                <a:cs typeface="Times New Roman" panose="02020603050405020304" pitchFamily="18" charset="0"/>
              </a:rPr>
              <a:t>Kalimpong</a:t>
            </a:r>
            <a:r>
              <a:rPr lang="en-IN" sz="2800" dirty="0">
                <a:latin typeface="Times New Roman" panose="02020603050405020304" pitchFamily="18" charset="0"/>
                <a:cs typeface="Times New Roman" panose="02020603050405020304" pitchFamily="18" charset="0"/>
              </a:rPr>
              <a:t> and Darjeeling in West Bengal, </a:t>
            </a:r>
            <a:r>
              <a:rPr lang="en-IN" sz="2800" dirty="0" err="1">
                <a:latin typeface="Times New Roman" panose="02020603050405020304" pitchFamily="18" charset="0"/>
                <a:cs typeface="Times New Roman" panose="02020603050405020304" pitchFamily="18" charset="0"/>
              </a:rPr>
              <a:t>Nilgiri</a:t>
            </a:r>
            <a:r>
              <a:rPr lang="en-IN" sz="2800" dirty="0">
                <a:latin typeface="Times New Roman" panose="02020603050405020304" pitchFamily="18" charset="0"/>
                <a:cs typeface="Times New Roman" panose="02020603050405020304" pitchFamily="18" charset="0"/>
              </a:rPr>
              <a:t> hills and the Western Ghats, Bangalore and adjoining areas in Karnataka, etc.</a:t>
            </a:r>
          </a:p>
          <a:p>
            <a:endParaRPr lang="en-US" sz="3200" b="1" dirty="0">
              <a:latin typeface="Times New Roman" panose="02020603050405020304" pitchFamily="18" charset="0"/>
              <a:cs typeface="Times New Roman" panose="02020603050405020304" pitchFamily="18" charset="0"/>
            </a:endParaRPr>
          </a:p>
          <a:p>
            <a:endParaRPr lang="en-US" sz="2800" b="1" dirty="0">
              <a:latin typeface="Times New Roman" panose="02020603050405020304" pitchFamily="18" charset="0"/>
              <a:cs typeface="Times New Roman" panose="02020603050405020304" pitchFamily="18" charset="0"/>
            </a:endParaRPr>
          </a:p>
        </p:txBody>
      </p:sp>
      <p:pic>
        <p:nvPicPr>
          <p:cNvPr id="11266" name="Picture 2" descr="How to Grow Bird of Paradise: 15 Steps (with Pictures) - wikiHow">
            <a:extLst>
              <a:ext uri="{FF2B5EF4-FFF2-40B4-BE49-F238E27FC236}">
                <a16:creationId xmlns:a16="http://schemas.microsoft.com/office/drawing/2014/main" id="{4CEE561F-F5AC-65D7-CC6B-85F47BC318A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691"/>
          <a:stretch>
            <a:fillRect/>
          </a:stretch>
        </p:blipFill>
        <p:spPr bwMode="auto">
          <a:xfrm>
            <a:off x="8071329" y="1325414"/>
            <a:ext cx="4120671" cy="37079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32291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50000">
              <a:srgbClr val="80B828"/>
            </a:gs>
            <a:gs pos="0">
              <a:srgbClr val="00B050"/>
            </a:gs>
            <a:gs pos="100000">
              <a:srgbClr val="FFC000"/>
            </a:gs>
          </a:gsLst>
          <a:path path="circle">
            <a:fillToRect l="100000" t="100000"/>
          </a:path>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0A8D146-1D17-DB73-321C-1F23DD490274}"/>
              </a:ext>
            </a:extLst>
          </p:cNvPr>
          <p:cNvSpPr txBox="1"/>
          <p:nvPr/>
        </p:nvSpPr>
        <p:spPr>
          <a:xfrm>
            <a:off x="546538" y="880307"/>
            <a:ext cx="6064469" cy="4031873"/>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10. GRADING &amp; PACKAGING:</a:t>
            </a:r>
            <a:endParaRPr lang="en-US" sz="3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Flowers are graded based on </a:t>
            </a:r>
            <a:r>
              <a:rPr lang="en-US" sz="2800" b="1" dirty="0">
                <a:latin typeface="Times New Roman" panose="02020603050405020304" pitchFamily="18" charset="0"/>
                <a:cs typeface="Times New Roman" panose="02020603050405020304" pitchFamily="18" charset="0"/>
              </a:rPr>
              <a:t>size, color, and freshness</a:t>
            </a:r>
            <a:r>
              <a:rPr lang="en-US" sz="2800" dirty="0">
                <a:latin typeface="Times New Roman" panose="02020603050405020304" pitchFamily="18" charset="0"/>
                <a:cs typeface="Times New Roman" panose="02020603050405020304" pitchFamily="18" charset="0"/>
              </a:rPr>
              <a:t>.</a:t>
            </a:r>
          </a:p>
          <a:p>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Pack carefully in upright boxes so flowers don’t get damaged.</a:t>
            </a:r>
          </a:p>
          <a:p>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Use soft materials to protect delicate bracts during transit</a:t>
            </a:r>
            <a:r>
              <a:rPr lang="en-US" sz="1800" dirty="0">
                <a:latin typeface="Times New Roman" panose="02020603050405020304" pitchFamily="18" charset="0"/>
                <a:cs typeface="Times New Roman" panose="02020603050405020304" pitchFamily="18" charset="0"/>
              </a:rPr>
              <a:t>.</a:t>
            </a:r>
          </a:p>
        </p:txBody>
      </p:sp>
      <p:pic>
        <p:nvPicPr>
          <p:cNvPr id="12290" name="Picture 2" descr="Strelitzia reginae - Wikipedia">
            <a:extLst>
              <a:ext uri="{FF2B5EF4-FFF2-40B4-BE49-F238E27FC236}">
                <a16:creationId xmlns:a16="http://schemas.microsoft.com/office/drawing/2014/main" id="{95A0D7D8-0558-138B-BBEE-2354E8CB8B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8065" y="1000853"/>
            <a:ext cx="4983217" cy="3911327"/>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348081361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50000">
              <a:srgbClr val="92D050"/>
            </a:gs>
            <a:gs pos="0">
              <a:srgbClr val="00B050"/>
            </a:gs>
            <a:gs pos="100000">
              <a:srgbClr val="FFC000"/>
            </a:gs>
          </a:gsLst>
          <a:path path="circle">
            <a:fillToRect l="100000" t="100000"/>
          </a:path>
        </a:gradFill>
        <a:effectLst/>
      </p:bgPr>
    </p:bg>
    <p:spTree>
      <p:nvGrpSpPr>
        <p:cNvPr id="1" name=""/>
        <p:cNvGrpSpPr/>
        <p:nvPr/>
      </p:nvGrpSpPr>
      <p:grpSpPr>
        <a:xfrm>
          <a:off x="0" y="0"/>
          <a:ext cx="0" cy="0"/>
          <a:chOff x="0" y="0"/>
          <a:chExt cx="0" cy="0"/>
        </a:xfrm>
      </p:grpSpPr>
      <p:pic>
        <p:nvPicPr>
          <p:cNvPr id="3074" name="Picture 2" descr="A breathtaking landscape showcases a field of vivid Bird-of-Paradise flowers stretching towards the horizon. The foreground is dominated by these colorful blooms, with their unique shape and striking colors of orange, blue, and purple. In the distance, gentle green mountains rise softly under a serene blue sky, creating a harmonious blend of flora and scenic vistas. This landscape not only captivates the eye but also evokes a sense of tranquility and the beauty of nature in full bloom.">
            <a:extLst>
              <a:ext uri="{FF2B5EF4-FFF2-40B4-BE49-F238E27FC236}">
                <a16:creationId xmlns:a16="http://schemas.microsoft.com/office/drawing/2014/main" id="{C2C282F6-997B-8648-E15B-93AEBF82CA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26922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Birds of paradise are one of our favourite tropical flowers… # ...">
            <a:extLst>
              <a:ext uri="{FF2B5EF4-FFF2-40B4-BE49-F238E27FC236}">
                <a16:creationId xmlns:a16="http://schemas.microsoft.com/office/drawing/2014/main" id="{0A7CA914-65EB-2CFF-CD7B-1E156AB21E68}"/>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gradFill>
            <a:gsLst>
              <a:gs pos="50000">
                <a:srgbClr val="80B828"/>
              </a:gs>
              <a:gs pos="0">
                <a:srgbClr val="00B050"/>
              </a:gs>
              <a:gs pos="100000">
                <a:srgbClr val="FFC000"/>
              </a:gs>
            </a:gsLst>
            <a:path path="circle">
              <a:fillToRect l="100000" t="100000"/>
            </a:path>
          </a:gradFill>
        </p:spPr>
      </p:pic>
      <p:sp>
        <p:nvSpPr>
          <p:cNvPr id="2" name="TextBox 1">
            <a:extLst>
              <a:ext uri="{FF2B5EF4-FFF2-40B4-BE49-F238E27FC236}">
                <a16:creationId xmlns:a16="http://schemas.microsoft.com/office/drawing/2014/main" id="{034C26E7-C9A9-1B48-DA13-2DA4298BEA9C}"/>
              </a:ext>
            </a:extLst>
          </p:cNvPr>
          <p:cNvSpPr txBox="1"/>
          <p:nvPr/>
        </p:nvSpPr>
        <p:spPr>
          <a:xfrm>
            <a:off x="1288026" y="1514167"/>
            <a:ext cx="9576619" cy="3785652"/>
          </a:xfrm>
          <a:prstGeom prst="rect">
            <a:avLst/>
          </a:prstGeom>
          <a:noFill/>
        </p:spPr>
        <p:txBody>
          <a:bodyPr wrap="square" rtlCol="0">
            <a:spAutoFit/>
            <a:scene3d>
              <a:camera prst="orthographicFront"/>
              <a:lightRig rig="threePt" dir="t"/>
            </a:scene3d>
            <a:sp3d extrusionH="57150">
              <a:bevelT w="38100" h="38100" prst="relaxedInset"/>
            </a:sp3d>
          </a:bodyPr>
          <a:lstStyle/>
          <a:p>
            <a:pPr algn="ctr"/>
            <a:r>
              <a:rPr lang="en-US" sz="12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Gigi" panose="04040504061007020D02" pitchFamily="82" charset="0"/>
                <a:cs typeface="Times New Roman" panose="02020603050405020304" pitchFamily="18" charset="0"/>
              </a:rPr>
              <a:t>THANK </a:t>
            </a:r>
          </a:p>
          <a:p>
            <a:pPr algn="ctr"/>
            <a:r>
              <a:rPr lang="en-US" sz="12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Gigi" panose="04040504061007020D02" pitchFamily="82" charset="0"/>
                <a:cs typeface="Times New Roman" panose="02020603050405020304" pitchFamily="18" charset="0"/>
              </a:rPr>
              <a:t>YOU</a:t>
            </a:r>
            <a:endParaRPr lang="en-IN" sz="12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Gigi" panose="04040504061007020D02" pitchFamily="82" charset="0"/>
              <a:cs typeface="Times New Roman" panose="02020603050405020304" pitchFamily="18" charset="0"/>
            </a:endParaRPr>
          </a:p>
        </p:txBody>
      </p:sp>
    </p:spTree>
    <p:extLst>
      <p:ext uri="{BB962C8B-B14F-4D97-AF65-F5344CB8AC3E}">
        <p14:creationId xmlns:p14="http://schemas.microsoft.com/office/powerpoint/2010/main" val="1270562307"/>
      </p:ext>
    </p:extLst>
  </p:cSld>
  <p:clrMapOvr>
    <a:masterClrMapping/>
  </p:clrMapOvr>
  <mc:AlternateContent xmlns:mc="http://schemas.openxmlformats.org/markup-compatibility/2006" xmlns:p14="http://schemas.microsoft.com/office/powerpoint/2010/main">
    <mc:Choice Requires="p14">
      <p:transition spd="slow" p14:dur="2000">
        <p14:vortex dir="r"/>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854</TotalTime>
  <Words>888</Words>
  <Application>Microsoft Office PowerPoint</Application>
  <PresentationFormat>Widescreen</PresentationFormat>
  <Paragraphs>98</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Calibri Light</vt:lpstr>
      <vt:lpstr>Edwardian Script ITC</vt:lpstr>
      <vt:lpstr>Gigi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Anita Choudhary</dc:creator>
  <cp:lastModifiedBy>Anita Choudhary</cp:lastModifiedBy>
  <cp:revision>1</cp:revision>
  <dcterms:created xsi:type="dcterms:W3CDTF">2025-08-04T15:46:20Z</dcterms:created>
  <dcterms:modified xsi:type="dcterms:W3CDTF">2025-08-06T04:07:13Z</dcterms:modified>
</cp:coreProperties>
</file>